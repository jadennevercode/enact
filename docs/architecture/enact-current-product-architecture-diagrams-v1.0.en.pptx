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b8abd0cdf4ce6" /><Relationship Type="http://schemas.openxmlformats.org/officeDocument/2006/relationships/extended-properties" Target="/docProps/app.xml" Id="R00e603db9c8c4587" /><Relationship Type="http://schemas.openxmlformats.org/officeDocument/2006/relationships/officeDocument" Target="/ppt/presentation.xml" Id="R97cfc227f742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5e65ffd03348b1"/>
  </p:sldMasterIdLst>
  <p:notesMasterIdLst>
    <p:notesMasterId xmlns:r="http://schemas.openxmlformats.org/officeDocument/2006/relationships" r:id="R75e7d7e69de74e37"/>
  </p:notesMasterIdLst>
  <p:sldIdLst>
    <p:sldId xmlns:r="http://schemas.openxmlformats.org/officeDocument/2006/relationships" id="256" r:id="R5552d0fe33fb471c"/>
    <p:sldId xmlns:r="http://schemas.openxmlformats.org/officeDocument/2006/relationships" id="257" r:id="R8b5edab423a14fcb"/>
    <p:sldId xmlns:r="http://schemas.openxmlformats.org/officeDocument/2006/relationships" id="258" r:id="R7c6bbe76385f4c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d3a6a591b84410" /><Relationship Type="http://schemas.openxmlformats.org/officeDocument/2006/relationships/slideMaster" Target="/ppt/slideMasters/slideMaster1.xml" Id="Rd95e65ffd03348b1" /><Relationship Type="http://schemas.openxmlformats.org/officeDocument/2006/relationships/notesMaster" Target="/ppt/notesMasters/notesMaster1.xml" Id="R75e7d7e69de74e37" /><Relationship Type="http://schemas.openxmlformats.org/officeDocument/2006/relationships/presProps" Target="/ppt/presProps.xml" Id="Rbf84659434034789" /><Relationship Type="http://schemas.openxmlformats.org/officeDocument/2006/relationships/tableStyles" Target="/ppt/tableStyles.xml" Id="Rc592aede6738412c" /><Relationship Type="http://schemas.openxmlformats.org/officeDocument/2006/relationships/slide" Target="/ppt/slides/slide1.xml" Id="R5552d0fe33fb471c" /><Relationship Type="http://schemas.openxmlformats.org/officeDocument/2006/relationships/slide" Target="/ppt/slides/slide2.xml" Id="R8b5edab423a14fcb" /><Relationship Type="http://schemas.openxmlformats.org/officeDocument/2006/relationships/slide" Target="/ppt/slides/slide3.xml" Id="R7c6bbe76385f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3876f71894c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9908d85234a7b" /><Relationship Type="http://schemas.openxmlformats.org/officeDocument/2006/relationships/notesMaster" Target="/ppt/notesMasters/notesMaster1.xml" Id="Rd2e3698520fb4d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b294e2fac4456" /><Relationship Type="http://schemas.openxmlformats.org/officeDocument/2006/relationships/notesMaster" Target="/ppt/notesMasters/notesMaster1.xml" Id="R70f1f2a759df4f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c773710dc4b32" /><Relationship Type="http://schemas.openxmlformats.org/officeDocument/2006/relationships/notesMaster" Target="/ppt/notesMasters/notesMaster1.xml" Id="R23b2723632ee49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/Users/jaden/Downloads/Capability-Hub-Architecture-Diagrams-Deloitte-Editable (1).pptx (visual structure)</a:t>
            </a:r>
          </a:p>
          <a:p xmlns:a="http://schemas.openxmlformats.org/drawingml/2006/main">
            <a:r>
              <a:t>- /Users/jaden/PycharmProjects/Enact/docs/architecture/enact-current-product-architecture.zh.md (§3 Business architecture)</a:t>
            </a:r>
          </a:p>
          <a:p xmlns:a="http://schemas.openxmlformats.org/drawingml/2006/main">
            <a:r>
              <a:t>- /Users/jaden/PycharmProjects/Enact/README.md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/Users/jaden/Downloads/Capability-Hub-Architecture-Diagrams-Deloitte-Editable (1).pptx (visual structure)</a:t>
            </a:r>
          </a:p>
          <a:p xmlns:a="http://schemas.openxmlformats.org/drawingml/2006/main">
            <a:r>
              <a:t>- /Users/jaden/PycharmProjects/Enact/docs/architecture/enact-current-product-architecture.zh.md (§4 Application architecture)</a:t>
            </a:r>
          </a:p>
          <a:p xmlns:a="http://schemas.openxmlformats.org/drawingml/2006/main">
            <a:r>
              <a:t>- /Users/jaden/PycharmProjects/Enact/CLAUDE.md</a:t>
            </a:r>
          </a:p>
          <a:p xmlns:a="http://schemas.openxmlformats.org/drawingml/2006/main">
            <a:r>
              <a:t>- /Users/jaden/PycharmProjects/Enact/server/cmd/server/router.go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/Users/jaden/Downloads/Capability-Hub-Architecture-Diagrams-Deloitte-Editable (1).pptx (visual structure)</a:t>
            </a:r>
          </a:p>
          <a:p xmlns:a="http://schemas.openxmlformats.org/drawingml/2006/main">
            <a:r>
              <a:t>- /Users/jaden/PycharmProjects/Enact/docs/architecture/enact-current-product-architecture.zh.md (§5 Technology architecture)</a:t>
            </a:r>
          </a:p>
          <a:p xmlns:a="http://schemas.openxmlformats.org/drawingml/2006/main">
            <a:r>
              <a:t>- /Users/jaden/PycharmProjects/Enact/docker-compose.yml</a:t>
            </a:r>
          </a:p>
          <a:p xmlns:a="http://schemas.openxmlformats.org/drawingml/2006/main">
            <a:r>
              <a:t>- /Users/jaden/PycharmProjects/Enact/deploy/helm/enact</a:t>
            </a:r>
          </a:p>
          <a:p xmlns:a="http://schemas.openxmlformats.org/drawingml/2006/main">
            <a:r>
              <a:t>- /Users/jaden/PycharmProjects/Enact/apps/docs/content/docs/security-model.zh.mdx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6388cc6d841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21c95536c4e1d" /><Relationship Type="http://schemas.openxmlformats.org/officeDocument/2006/relationships/slideLayout" Target="/ppt/slideLayouts/slideLayout1.xml" Id="R6e1bf7f0467c48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bf7f0467c48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35fca4f5545c1" /><Relationship Type="http://schemas.openxmlformats.org/officeDocument/2006/relationships/notesSlide" Target="/ppt/notesSlides/notesSlide1.xml" Id="R6cba50a1a44b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e269a64b94be2" /><Relationship Type="http://schemas.openxmlformats.org/officeDocument/2006/relationships/notesSlide" Target="/ppt/notesSlides/notesSlide2.xml" Id="R4532e16cfd414f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e9445075a4f6b" /><Relationship Type="http://schemas.openxmlformats.org/officeDocument/2006/relationships/notesSlide" Target="/ppt/notesSlides/notesSlide3.xml" Id="R42c816b7734d49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eyebrow-1">
            <a:extLst xmlns:a="http://schemas.openxmlformats.org/drawingml/2006/main">
              <a:ext uri="{FF2B5EF4-FFF2-40B4-BE49-F238E27FC236}">
                <a16:creationId xmlns:a16="http://schemas.microsoft.com/office/drawing/2014/main" id="{25965447-8B86-4D7F-94C7-1C52DB1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6890D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26890D"/>
                </a:solidFill>
                <a:latin typeface="Open Sans"/>
                <a:ea typeface="Open Sans"/>
                <a:cs typeface="Open Sans"/>
              </a:rPr>
              <a:t>ENACT · BUSINESS ARCHITECTURE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69D958FE-CB0E-429F-9D90-7E4A7E41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3000" b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rPr>
              <a:t>Enact business architecture</a:t>
            </a:r>
          </a:p>
        </p:txBody>
      </p:sp>
      <p:sp>
        <p:nvSpPr>
          <p:cNvPr id="3" name="title-keyline-1">
            <a:extLst xmlns:a="http://schemas.openxmlformats.org/drawingml/2006/main">
              <a:ext uri="{FF2B5EF4-FFF2-40B4-BE49-F238E27FC236}">
                <a16:creationId xmlns:a16="http://schemas.microsoft.com/office/drawing/2014/main" id="{576FE3B7-13B6-413E-8A03-2E18872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" name="layer-bg-b-1">
            <a:extLst xmlns:a="http://schemas.openxmlformats.org/drawingml/2006/main">
              <a:ext uri="{FF2B5EF4-FFF2-40B4-BE49-F238E27FC236}">
                <a16:creationId xmlns:a16="http://schemas.microsoft.com/office/drawing/2014/main" id="{93502655-F7EB-4C74-9BF3-D30B22C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5" name="layer-label-b-1">
            <a:extLst xmlns:a="http://schemas.openxmlformats.org/drawingml/2006/main">
              <a:ext uri="{FF2B5EF4-FFF2-40B4-BE49-F238E27FC236}">
                <a16:creationId xmlns:a16="http://schemas.microsoft.com/office/drawing/2014/main" id="{6C9D36FE-CAAE-40C3-8504-0F80CB1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335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2C2C2C"/>
          </a:solidFill>
          <a:ln xmlns:a="http://schemas.openxmlformats.org/drawingml/2006/main" w="0">
            <a:solidFill>
              <a:srgbClr val="2C2C2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Business outcomes</a:t>
            </a:r>
          </a:p>
        </p:txBody>
      </p:sp>
      <p:sp>
        <p:nvSpPr>
          <p:cNvPr id="6" name="layer-accent-b-1">
            <a:extLst xmlns:a="http://schemas.openxmlformats.org/drawingml/2006/main">
              <a:ext uri="{FF2B5EF4-FFF2-40B4-BE49-F238E27FC236}">
                <a16:creationId xmlns:a16="http://schemas.microsoft.com/office/drawing/2014/main" id="{977A0146-8CF8-4A47-ABAF-964BC51A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2573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7" name="layer-b-1-block-1">
            <a:extLst xmlns:a="http://schemas.openxmlformats.org/drawingml/2006/main">
              <a:ext uri="{FF2B5EF4-FFF2-40B4-BE49-F238E27FC236}">
                <a16:creationId xmlns:a16="http://schemas.microsoft.com/office/drawing/2014/main" id="{6BF4CCC4-8B2B-4C6A-9D48-F73E43B4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33500"/>
            <a:ext cx="2205038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Unified human–AI work</a:t>
            </a:r>
          </a:p>
        </p:txBody>
      </p:sp>
      <p:sp>
        <p:nvSpPr>
          <p:cNvPr id="8" name="layer-b-1-block-keyline-1">
            <a:extLst xmlns:a="http://schemas.openxmlformats.org/drawingml/2006/main">
              <a:ext uri="{FF2B5EF4-FFF2-40B4-BE49-F238E27FC236}">
                <a16:creationId xmlns:a16="http://schemas.microsoft.com/office/drawing/2014/main" id="{6A2A14F2-2D08-4829-9EAB-63BE45E1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335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9" name="layer-b-1-block-2">
            <a:extLst xmlns:a="http://schemas.openxmlformats.org/drawingml/2006/main">
              <a:ext uri="{FF2B5EF4-FFF2-40B4-BE49-F238E27FC236}">
                <a16:creationId xmlns:a16="http://schemas.microsoft.com/office/drawing/2014/main" id="{DE04FA9E-112E-42AF-BEA5-C697503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333500"/>
            <a:ext cx="2205038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Governed local execution</a:t>
            </a:r>
          </a:p>
        </p:txBody>
      </p:sp>
      <p:sp>
        <p:nvSpPr>
          <p:cNvPr id="10" name="layer-b-1-block-keyline-2">
            <a:extLst xmlns:a="http://schemas.openxmlformats.org/drawingml/2006/main">
              <a:ext uri="{FF2B5EF4-FFF2-40B4-BE49-F238E27FC236}">
                <a16:creationId xmlns:a16="http://schemas.microsoft.com/office/drawing/2014/main" id="{B6393B89-A411-445D-90C5-CD008ED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3335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1" name="layer-b-1-block-3">
            <a:extLst xmlns:a="http://schemas.openxmlformats.org/drawingml/2006/main">
              <a:ext uri="{FF2B5EF4-FFF2-40B4-BE49-F238E27FC236}">
                <a16:creationId xmlns:a16="http://schemas.microsoft.com/office/drawing/2014/main" id="{4F8A2288-C73C-4C71-8DB2-E473512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33500"/>
            <a:ext cx="2205038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Reusable agent capabilities</a:t>
            </a:r>
          </a:p>
        </p:txBody>
      </p:sp>
      <p:sp>
        <p:nvSpPr>
          <p:cNvPr id="12" name="layer-b-1-block-keyline-3">
            <a:extLst xmlns:a="http://schemas.openxmlformats.org/drawingml/2006/main">
              <a:ext uri="{FF2B5EF4-FFF2-40B4-BE49-F238E27FC236}">
                <a16:creationId xmlns:a16="http://schemas.microsoft.com/office/drawing/2014/main" id="{A4BCD2F9-50FE-4E07-88D5-E2C4AB14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335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3" name="layer-b-1-block-4">
            <a:extLst xmlns:a="http://schemas.openxmlformats.org/drawingml/2006/main">
              <a:ext uri="{FF2B5EF4-FFF2-40B4-BE49-F238E27FC236}">
                <a16:creationId xmlns:a16="http://schemas.microsoft.com/office/drawing/2014/main" id="{4B08D8CB-14C5-418A-A3DB-D0EE737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333500"/>
            <a:ext cx="2205038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Traceable work history</a:t>
            </a:r>
          </a:p>
        </p:txBody>
      </p:sp>
      <p:sp>
        <p:nvSpPr>
          <p:cNvPr id="14" name="layer-b-1-block-keyline-4">
            <a:extLst xmlns:a="http://schemas.openxmlformats.org/drawingml/2006/main">
              <a:ext uri="{FF2B5EF4-FFF2-40B4-BE49-F238E27FC236}">
                <a16:creationId xmlns:a16="http://schemas.microsoft.com/office/drawing/2014/main" id="{8EAAAB2C-27E9-42FE-9CF8-E1D0194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3335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5" name="layer-bg-b-2">
            <a:extLst xmlns:a="http://schemas.openxmlformats.org/drawingml/2006/main">
              <a:ext uri="{FF2B5EF4-FFF2-40B4-BE49-F238E27FC236}">
                <a16:creationId xmlns:a16="http://schemas.microsoft.com/office/drawing/2014/main" id="{5A99239E-7CB6-4FED-A08B-8BA6A74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16" name="layer-label-b-2">
            <a:extLst xmlns:a="http://schemas.openxmlformats.org/drawingml/2006/main">
              <a:ext uri="{FF2B5EF4-FFF2-40B4-BE49-F238E27FC236}">
                <a16:creationId xmlns:a16="http://schemas.microsoft.com/office/drawing/2014/main" id="{0E9800AB-8C3D-45ED-A0CA-0D801DE6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7335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53565A"/>
          </a:solidFill>
          <a:ln xmlns:a="http://schemas.openxmlformats.org/drawingml/2006/main" w="0">
            <a:solidFill>
              <a:srgbClr val="53565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Stakeholders &amp; use cases</a:t>
            </a:r>
          </a:p>
        </p:txBody>
      </p:sp>
      <p:sp>
        <p:nvSpPr>
          <p:cNvPr id="17" name="layer-accent-b-2">
            <a:extLst xmlns:a="http://schemas.openxmlformats.org/drawingml/2006/main">
              <a:ext uri="{FF2B5EF4-FFF2-40B4-BE49-F238E27FC236}">
                <a16:creationId xmlns:a16="http://schemas.microsoft.com/office/drawing/2014/main" id="{A9E51512-A7C5-4778-BB73-229FDE6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2288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18" name="layer-b-2-block-1">
            <a:extLst xmlns:a="http://schemas.openxmlformats.org/drawingml/2006/main">
              <a:ext uri="{FF2B5EF4-FFF2-40B4-BE49-F238E27FC236}">
                <a16:creationId xmlns:a16="http://schemas.microsoft.com/office/drawing/2014/main" id="{6535E75A-A12D-4C19-BDFD-3C6AA0C1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Workspace members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Contributors</a:t>
            </a:r>
          </a:p>
        </p:txBody>
      </p:sp>
      <p:sp>
        <p:nvSpPr>
          <p:cNvPr id="19" name="layer-b-2-block-keyline-1">
            <a:extLst xmlns:a="http://schemas.openxmlformats.org/drawingml/2006/main">
              <a:ext uri="{FF2B5EF4-FFF2-40B4-BE49-F238E27FC236}">
                <a16:creationId xmlns:a16="http://schemas.microsoft.com/office/drawing/2014/main" id="{EFF27759-4AE5-46AC-ABFF-F52BC74B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0" name="layer-b-2-block-2">
            <a:extLst xmlns:a="http://schemas.openxmlformats.org/drawingml/2006/main">
              <a:ext uri="{FF2B5EF4-FFF2-40B4-BE49-F238E27FC236}">
                <a16:creationId xmlns:a16="http://schemas.microsoft.com/office/drawing/2014/main" id="{CC294639-EC29-42AD-A85B-CB068F9B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23050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Owners &amp; admins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Runtime operators</a:t>
            </a:r>
          </a:p>
        </p:txBody>
      </p:sp>
      <p:sp>
        <p:nvSpPr>
          <p:cNvPr id="21" name="layer-b-2-block-keyline-2">
            <a:extLst xmlns:a="http://schemas.openxmlformats.org/drawingml/2006/main">
              <a:ext uri="{FF2B5EF4-FFF2-40B4-BE49-F238E27FC236}">
                <a16:creationId xmlns:a16="http://schemas.microsoft.com/office/drawing/2014/main" id="{2146E776-1F8C-4053-A154-664ACA5C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23050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2" name="layer-b-2-block-3">
            <a:extLst xmlns:a="http://schemas.openxmlformats.org/drawingml/2006/main">
              <a:ext uri="{FF2B5EF4-FFF2-40B4-BE49-F238E27FC236}">
                <a16:creationId xmlns:a16="http://schemas.microsoft.com/office/drawing/2014/main" id="{584AA80A-8067-4D65-A779-27C423D4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23050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AI agents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Squads</a:t>
            </a:r>
          </a:p>
        </p:txBody>
      </p:sp>
      <p:sp>
        <p:nvSpPr>
          <p:cNvPr id="23" name="layer-b-2-block-keyline-3">
            <a:extLst xmlns:a="http://schemas.openxmlformats.org/drawingml/2006/main">
              <a:ext uri="{FF2B5EF4-FFF2-40B4-BE49-F238E27FC236}">
                <a16:creationId xmlns:a16="http://schemas.microsoft.com/office/drawing/2014/main" id="{0C953322-EB33-4896-B84F-C83D3272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23050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4" name="layer-b-2-block-4">
            <a:extLst xmlns:a="http://schemas.openxmlformats.org/drawingml/2006/main">
              <a:ext uri="{FF2B5EF4-FFF2-40B4-BE49-F238E27FC236}">
                <a16:creationId xmlns:a16="http://schemas.microsoft.com/office/drawing/2014/main" id="{7C339373-69A6-4E7B-BE7D-AD821E40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23050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Reviewers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Task owners</a:t>
            </a:r>
          </a:p>
        </p:txBody>
      </p:sp>
      <p:sp>
        <p:nvSpPr>
          <p:cNvPr id="25" name="layer-b-2-block-keyline-4">
            <a:extLst xmlns:a="http://schemas.openxmlformats.org/drawingml/2006/main">
              <a:ext uri="{FF2B5EF4-FFF2-40B4-BE49-F238E27FC236}">
                <a16:creationId xmlns:a16="http://schemas.microsoft.com/office/drawing/2014/main" id="{D627AFA4-5CC9-43F2-B04D-B224A8FE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23050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6" name="layer-b-2-block-5">
            <a:extLst xmlns:a="http://schemas.openxmlformats.org/drawingml/2006/main">
              <a:ext uri="{FF2B5EF4-FFF2-40B4-BE49-F238E27FC236}">
                <a16:creationId xmlns:a16="http://schemas.microsoft.com/office/drawing/2014/main" id="{3F7500A4-D4ED-482F-A65F-A7D1A674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3050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VCS · channels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External systems</a:t>
            </a:r>
          </a:p>
        </p:txBody>
      </p:sp>
      <p:sp>
        <p:nvSpPr>
          <p:cNvPr id="27" name="layer-b-2-block-keyline-5">
            <a:extLst xmlns:a="http://schemas.openxmlformats.org/drawingml/2006/main">
              <a:ext uri="{FF2B5EF4-FFF2-40B4-BE49-F238E27FC236}">
                <a16:creationId xmlns:a16="http://schemas.microsoft.com/office/drawing/2014/main" id="{3302C202-28D0-47ED-B6CD-693005EE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3050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8" name="layer-bg-b-3">
            <a:extLst xmlns:a="http://schemas.openxmlformats.org/drawingml/2006/main">
              <a:ext uri="{FF2B5EF4-FFF2-40B4-BE49-F238E27FC236}">
                <a16:creationId xmlns:a16="http://schemas.microsoft.com/office/drawing/2014/main" id="{3173C9E5-7211-4284-A6A1-F365877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728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29" name="layer-label-b-3">
            <a:extLst xmlns:a="http://schemas.openxmlformats.org/drawingml/2006/main">
              <a:ext uri="{FF2B5EF4-FFF2-40B4-BE49-F238E27FC236}">
                <a16:creationId xmlns:a16="http://schemas.microsoft.com/office/drawing/2014/main" id="{AC6AB720-DD45-4353-AB41-471BD78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7335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46A38"/>
          </a:solidFill>
          <a:ln xmlns:a="http://schemas.openxmlformats.org/drawingml/2006/main" w="0">
            <a:solidFill>
              <a:srgbClr val="046A38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Core business capabilities</a:t>
            </a:r>
          </a:p>
        </p:txBody>
      </p:sp>
      <p:sp>
        <p:nvSpPr>
          <p:cNvPr id="30" name="layer-accent-b-3">
            <a:extLst xmlns:a="http://schemas.openxmlformats.org/drawingml/2006/main">
              <a:ext uri="{FF2B5EF4-FFF2-40B4-BE49-F238E27FC236}">
                <a16:creationId xmlns:a16="http://schemas.microsoft.com/office/drawing/2014/main" id="{A264DEEE-D500-4FF0-95D4-9EB3A6F1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200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1" name="layer-b-3-block-1">
            <a:extLst xmlns:a="http://schemas.openxmlformats.org/drawingml/2006/main">
              <a:ext uri="{FF2B5EF4-FFF2-40B4-BE49-F238E27FC236}">
                <a16:creationId xmlns:a16="http://schemas.microsoft.com/office/drawing/2014/main" id="{08FF7E02-3B61-47A0-BA7E-13142CB4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14382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Workspace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Members · roles</a:t>
            </a:r>
          </a:p>
        </p:txBody>
      </p:sp>
      <p:sp>
        <p:nvSpPr>
          <p:cNvPr id="32" name="layer-b-3-block-keyline-1">
            <a:extLst xmlns:a="http://schemas.openxmlformats.org/drawingml/2006/main">
              <a:ext uri="{FF2B5EF4-FFF2-40B4-BE49-F238E27FC236}">
                <a16:creationId xmlns:a16="http://schemas.microsoft.com/office/drawing/2014/main" id="{FB67D90E-00F2-44B9-B807-14048420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3" name="layer-b-3-block-2">
            <a:extLst xmlns:a="http://schemas.openxmlformats.org/drawingml/2006/main">
              <a:ext uri="{FF2B5EF4-FFF2-40B4-BE49-F238E27FC236}">
                <a16:creationId xmlns:a16="http://schemas.microsoft.com/office/drawing/2014/main" id="{C90AC7FF-D9CE-4C92-A4C3-3717A72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76600"/>
            <a:ext cx="14382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Work management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Issues · projects</a:t>
            </a:r>
          </a:p>
        </p:txBody>
      </p:sp>
      <p:sp>
        <p:nvSpPr>
          <p:cNvPr id="34" name="layer-b-3-block-keyline-2">
            <a:extLst xmlns:a="http://schemas.openxmlformats.org/drawingml/2006/main">
              <a:ext uri="{FF2B5EF4-FFF2-40B4-BE49-F238E27FC236}">
                <a16:creationId xmlns:a16="http://schemas.microsoft.com/office/drawing/2014/main" id="{C4A01350-97C7-4F24-8F8A-2F7F5246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766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5" name="layer-b-3-block-3">
            <a:extLst xmlns:a="http://schemas.openxmlformats.org/drawingml/2006/main">
              <a:ext uri="{FF2B5EF4-FFF2-40B4-BE49-F238E27FC236}">
                <a16:creationId xmlns:a16="http://schemas.microsoft.com/office/drawing/2014/main" id="{C76FE333-DA96-4198-85FF-B7D76D4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76600"/>
            <a:ext cx="14382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Agent capabilities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Skills · ontology</a:t>
            </a:r>
          </a:p>
        </p:txBody>
      </p:sp>
      <p:sp>
        <p:nvSpPr>
          <p:cNvPr id="36" name="layer-b-3-block-keyline-3">
            <a:extLst xmlns:a="http://schemas.openxmlformats.org/drawingml/2006/main">
              <a:ext uri="{FF2B5EF4-FFF2-40B4-BE49-F238E27FC236}">
                <a16:creationId xmlns:a16="http://schemas.microsoft.com/office/drawing/2014/main" id="{61566223-F65F-4FDA-B79D-156B3E4B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766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7" name="layer-b-3-block-4">
            <a:extLst xmlns:a="http://schemas.openxmlformats.org/drawingml/2006/main">
              <a:ext uri="{FF2B5EF4-FFF2-40B4-BE49-F238E27FC236}">
                <a16:creationId xmlns:a16="http://schemas.microsoft.com/office/drawing/2014/main" id="{834B0549-056B-4AF5-A660-BF2B179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76600"/>
            <a:ext cx="14382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Execution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Queue · claim · review</a:t>
            </a:r>
          </a:p>
        </p:txBody>
      </p:sp>
      <p:sp>
        <p:nvSpPr>
          <p:cNvPr id="38" name="layer-b-3-block-keyline-4">
            <a:extLst xmlns:a="http://schemas.openxmlformats.org/drawingml/2006/main">
              <a:ext uri="{FF2B5EF4-FFF2-40B4-BE49-F238E27FC236}">
                <a16:creationId xmlns:a16="http://schemas.microsoft.com/office/drawing/2014/main" id="{83F1240B-EAED-4031-A3F8-B868322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766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9" name="layer-b-3-block-5">
            <a:extLst xmlns:a="http://schemas.openxmlformats.org/drawingml/2006/main">
              <a:ext uri="{FF2B5EF4-FFF2-40B4-BE49-F238E27FC236}">
                <a16:creationId xmlns:a16="http://schemas.microsoft.com/office/drawing/2014/main" id="{0AB0F55A-A157-4E12-9C87-C8197FD9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14382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Collaboration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Chat · comments · inbox</a:t>
            </a:r>
          </a:p>
        </p:txBody>
      </p:sp>
      <p:sp>
        <p:nvSpPr>
          <p:cNvPr id="40" name="layer-b-3-block-keyline-5">
            <a:extLst xmlns:a="http://schemas.openxmlformats.org/drawingml/2006/main">
              <a:ext uri="{FF2B5EF4-FFF2-40B4-BE49-F238E27FC236}">
                <a16:creationId xmlns:a16="http://schemas.microsoft.com/office/drawing/2014/main" id="{58FE4795-78E5-4E7D-A8E7-AA5B92B0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1" name="layer-b-3-block-6">
            <a:extLst xmlns:a="http://schemas.openxmlformats.org/drawingml/2006/main">
              <a:ext uri="{FF2B5EF4-FFF2-40B4-BE49-F238E27FC236}">
                <a16:creationId xmlns:a16="http://schemas.microsoft.com/office/drawing/2014/main" id="{319003E5-566C-41D5-8ADC-FEFCF8A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76600"/>
            <a:ext cx="14382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Automation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Cron · webhook</a:t>
            </a:r>
          </a:p>
        </p:txBody>
      </p:sp>
      <p:sp>
        <p:nvSpPr>
          <p:cNvPr id="42" name="layer-b-3-block-keyline-6">
            <a:extLst xmlns:a="http://schemas.openxmlformats.org/drawingml/2006/main">
              <a:ext uri="{FF2B5EF4-FFF2-40B4-BE49-F238E27FC236}">
                <a16:creationId xmlns:a16="http://schemas.microsoft.com/office/drawing/2014/main" id="{BAEB5F64-B48F-4C06-A2A7-004288D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766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3" name="layer-bg-b-4">
            <a:extLst xmlns:a="http://schemas.openxmlformats.org/drawingml/2006/main">
              <a:ext uri="{FF2B5EF4-FFF2-40B4-BE49-F238E27FC236}">
                <a16:creationId xmlns:a16="http://schemas.microsoft.com/office/drawing/2014/main" id="{25A4EFFB-8E85-43CF-96FF-ED14A08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44" name="layer-label-b-4">
            <a:extLst xmlns:a="http://schemas.openxmlformats.org/drawingml/2006/main">
              <a:ext uri="{FF2B5EF4-FFF2-40B4-BE49-F238E27FC236}">
                <a16:creationId xmlns:a16="http://schemas.microsoft.com/office/drawing/2014/main" id="{FE797EB4-EAA0-4D9C-9601-3D6A474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7335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Shared governance &amp; controls</a:t>
            </a:r>
          </a:p>
        </p:txBody>
      </p:sp>
      <p:sp>
        <p:nvSpPr>
          <p:cNvPr id="45" name="layer-accent-b-4">
            <a:extLst xmlns:a="http://schemas.openxmlformats.org/drawingml/2006/main">
              <a:ext uri="{FF2B5EF4-FFF2-40B4-BE49-F238E27FC236}">
                <a16:creationId xmlns:a16="http://schemas.microsoft.com/office/drawing/2014/main" id="{C77A5519-E142-4F00-A035-D501AE31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719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6" name="layer-b-4-block-1">
            <a:extLst xmlns:a="http://schemas.openxmlformats.org/drawingml/2006/main">
              <a:ext uri="{FF2B5EF4-FFF2-40B4-BE49-F238E27FC236}">
                <a16:creationId xmlns:a16="http://schemas.microsoft.com/office/drawing/2014/main" id="{876C4258-7318-4460-BD75-8639AFD0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Access &amp; isolation</a:t>
            </a:r>
          </a:p>
        </p:txBody>
      </p:sp>
      <p:sp>
        <p:nvSpPr>
          <p:cNvPr id="47" name="layer-b-4-block-keyline-1">
            <a:extLst xmlns:a="http://schemas.openxmlformats.org/drawingml/2006/main">
              <a:ext uri="{FF2B5EF4-FFF2-40B4-BE49-F238E27FC236}">
                <a16:creationId xmlns:a16="http://schemas.microsoft.com/office/drawing/2014/main" id="{4AADEBE5-4F6B-436D-91AF-B66EC9E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8" name="layer-b-4-block-2">
            <a:extLst xmlns:a="http://schemas.openxmlformats.org/drawingml/2006/main">
              <a:ext uri="{FF2B5EF4-FFF2-40B4-BE49-F238E27FC236}">
                <a16:creationId xmlns:a16="http://schemas.microsoft.com/office/drawing/2014/main" id="{1548CB29-4CC5-4981-A6F9-0E207710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2481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Lifecycle &amp; state</a:t>
            </a:r>
          </a:p>
        </p:txBody>
      </p:sp>
      <p:sp>
        <p:nvSpPr>
          <p:cNvPr id="49" name="layer-b-4-block-keyline-2">
            <a:extLst xmlns:a="http://schemas.openxmlformats.org/drawingml/2006/main">
              <a:ext uri="{FF2B5EF4-FFF2-40B4-BE49-F238E27FC236}">
                <a16:creationId xmlns:a16="http://schemas.microsoft.com/office/drawing/2014/main" id="{1159FC65-9D7C-4988-A381-A747C53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2481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0" name="layer-b-4-block-3">
            <a:extLst xmlns:a="http://schemas.openxmlformats.org/drawingml/2006/main">
              <a:ext uri="{FF2B5EF4-FFF2-40B4-BE49-F238E27FC236}">
                <a16:creationId xmlns:a16="http://schemas.microsoft.com/office/drawing/2014/main" id="{E0F6563D-315C-4D0E-B623-AD34D12A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42481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Usage &amp; audit</a:t>
            </a:r>
          </a:p>
        </p:txBody>
      </p:sp>
      <p:sp>
        <p:nvSpPr>
          <p:cNvPr id="51" name="layer-b-4-block-keyline-3">
            <a:extLst xmlns:a="http://schemas.openxmlformats.org/drawingml/2006/main">
              <a:ext uri="{FF2B5EF4-FFF2-40B4-BE49-F238E27FC236}">
                <a16:creationId xmlns:a16="http://schemas.microsoft.com/office/drawing/2014/main" id="{CFBC2A3F-92DE-4F85-8262-486BEF20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42481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2" name="layer-b-4-block-4">
            <a:extLst xmlns:a="http://schemas.openxmlformats.org/drawingml/2006/main">
              <a:ext uri="{FF2B5EF4-FFF2-40B4-BE49-F238E27FC236}">
                <a16:creationId xmlns:a16="http://schemas.microsoft.com/office/drawing/2014/main" id="{BD0FB434-5407-4FAE-BBB7-D57E2729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42481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Secrets &amp; tokens</a:t>
            </a:r>
          </a:p>
        </p:txBody>
      </p:sp>
      <p:sp>
        <p:nvSpPr>
          <p:cNvPr id="53" name="layer-b-4-block-keyline-4">
            <a:extLst xmlns:a="http://schemas.openxmlformats.org/drawingml/2006/main">
              <a:ext uri="{FF2B5EF4-FFF2-40B4-BE49-F238E27FC236}">
                <a16:creationId xmlns:a16="http://schemas.microsoft.com/office/drawing/2014/main" id="{2A01C71E-56CE-4B98-93A8-31966BB6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42481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4" name="layer-b-4-block-5">
            <a:extLst xmlns:a="http://schemas.openxmlformats.org/drawingml/2006/main">
              <a:ext uri="{FF2B5EF4-FFF2-40B4-BE49-F238E27FC236}">
                <a16:creationId xmlns:a16="http://schemas.microsoft.com/office/drawing/2014/main" id="{E16D2C2F-A84B-4D8E-BEBF-B4F4048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424815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Notifications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Subscriptions · inbox</a:t>
            </a:r>
          </a:p>
        </p:txBody>
      </p:sp>
      <p:sp>
        <p:nvSpPr>
          <p:cNvPr id="55" name="layer-b-4-block-keyline-5">
            <a:extLst xmlns:a="http://schemas.openxmlformats.org/drawingml/2006/main">
              <a:ext uri="{FF2B5EF4-FFF2-40B4-BE49-F238E27FC236}">
                <a16:creationId xmlns:a16="http://schemas.microsoft.com/office/drawing/2014/main" id="{32CC546D-5BDB-45B6-89C0-DFF3D0E4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424815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6" name="layer-bg-b-5">
            <a:extLst xmlns:a="http://schemas.openxmlformats.org/drawingml/2006/main">
              <a:ext uri="{FF2B5EF4-FFF2-40B4-BE49-F238E27FC236}">
                <a16:creationId xmlns:a16="http://schemas.microsoft.com/office/drawing/2014/main" id="{B71FEF82-40A0-40C9-838E-24C8B269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57" name="layer-label-b-5">
            <a:extLst xmlns:a="http://schemas.openxmlformats.org/drawingml/2006/main">
              <a:ext uri="{FF2B5EF4-FFF2-40B4-BE49-F238E27FC236}">
                <a16:creationId xmlns:a16="http://schemas.microsoft.com/office/drawing/2014/main" id="{D94115C5-2CF7-4845-8EC9-9FE0D467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7335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2C2C2C"/>
          </a:solidFill>
          <a:ln xmlns:a="http://schemas.openxmlformats.org/drawingml/2006/main" w="0">
            <a:solidFill>
              <a:srgbClr val="2C2C2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Ecosystem &amp; conditions</a:t>
            </a:r>
          </a:p>
        </p:txBody>
      </p:sp>
      <p:sp>
        <p:nvSpPr>
          <p:cNvPr id="58" name="layer-accent-b-5">
            <a:extLst xmlns:a="http://schemas.openxmlformats.org/drawingml/2006/main">
              <a:ext uri="{FF2B5EF4-FFF2-40B4-BE49-F238E27FC236}">
                <a16:creationId xmlns:a16="http://schemas.microsoft.com/office/drawing/2014/main" id="{14C69A63-07A2-4F57-8BB7-CA09E996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143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59" name="layer-b-5-block-1">
            <a:extLst xmlns:a="http://schemas.openxmlformats.org/drawingml/2006/main">
              <a:ext uri="{FF2B5EF4-FFF2-40B4-BE49-F238E27FC236}">
                <a16:creationId xmlns:a16="http://schemas.microsoft.com/office/drawing/2014/main" id="{FD68639F-F39C-463D-8C0C-46C3F965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VCS providers</a:t>
            </a:r>
          </a:p>
        </p:txBody>
      </p:sp>
      <p:sp>
        <p:nvSpPr>
          <p:cNvPr id="60" name="layer-b-5-block-keyline-1">
            <a:extLst xmlns:a="http://schemas.openxmlformats.org/drawingml/2006/main">
              <a:ext uri="{FF2B5EF4-FFF2-40B4-BE49-F238E27FC236}">
                <a16:creationId xmlns:a16="http://schemas.microsoft.com/office/drawing/2014/main" id="{C1311F98-4ECC-44EA-9CB1-6606EBDD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1" name="layer-b-5-block-2">
            <a:extLst xmlns:a="http://schemas.openxmlformats.org/drawingml/2006/main">
              <a:ext uri="{FF2B5EF4-FFF2-40B4-BE49-F238E27FC236}">
                <a16:creationId xmlns:a16="http://schemas.microsoft.com/office/drawing/2014/main" id="{74CAB956-F022-4C6E-8113-B67E86EC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521970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Collaboration channels</a:t>
            </a:r>
          </a:p>
        </p:txBody>
      </p:sp>
      <p:sp>
        <p:nvSpPr>
          <p:cNvPr id="62" name="layer-b-5-block-keyline-2">
            <a:extLst xmlns:a="http://schemas.openxmlformats.org/drawingml/2006/main">
              <a:ext uri="{FF2B5EF4-FFF2-40B4-BE49-F238E27FC236}">
                <a16:creationId xmlns:a16="http://schemas.microsoft.com/office/drawing/2014/main" id="{4E56CAB3-9E48-4F97-9303-EC58725D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5219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3" name="layer-b-5-block-3">
            <a:extLst xmlns:a="http://schemas.openxmlformats.org/drawingml/2006/main">
              <a:ext uri="{FF2B5EF4-FFF2-40B4-BE49-F238E27FC236}">
                <a16:creationId xmlns:a16="http://schemas.microsoft.com/office/drawing/2014/main" id="{C0D3F0C1-A513-4427-8ED3-7E33E44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521970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MCP · Composio</a:t>
            </a:r>
          </a:p>
        </p:txBody>
      </p:sp>
      <p:sp>
        <p:nvSpPr>
          <p:cNvPr id="64" name="layer-b-5-block-keyline-3">
            <a:extLst xmlns:a="http://schemas.openxmlformats.org/drawingml/2006/main">
              <a:ext uri="{FF2B5EF4-FFF2-40B4-BE49-F238E27FC236}">
                <a16:creationId xmlns:a16="http://schemas.microsoft.com/office/drawing/2014/main" id="{65DE41F2-F178-48CF-A6AB-B5A0B58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5219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5" name="layer-b-5-block-4">
            <a:extLst xmlns:a="http://schemas.openxmlformats.org/drawingml/2006/main">
              <a:ext uri="{FF2B5EF4-FFF2-40B4-BE49-F238E27FC236}">
                <a16:creationId xmlns:a16="http://schemas.microsoft.com/office/drawing/2014/main" id="{91979E35-EB7D-4873-8ADE-05DBD28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521970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Plugins &amp; extensions</a:t>
            </a:r>
          </a:p>
        </p:txBody>
      </p:sp>
      <p:sp>
        <p:nvSpPr>
          <p:cNvPr id="66" name="layer-b-5-block-keyline-4">
            <a:extLst xmlns:a="http://schemas.openxmlformats.org/drawingml/2006/main">
              <a:ext uri="{FF2B5EF4-FFF2-40B4-BE49-F238E27FC236}">
                <a16:creationId xmlns:a16="http://schemas.microsoft.com/office/drawing/2014/main" id="{0951DD3C-29A4-4007-B920-0F2FFAF2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5219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7" name="layer-b-5-block-5">
            <a:extLst xmlns:a="http://schemas.openxmlformats.org/drawingml/2006/main">
              <a:ext uri="{FF2B5EF4-FFF2-40B4-BE49-F238E27FC236}">
                <a16:creationId xmlns:a16="http://schemas.microsoft.com/office/drawing/2014/main" id="{45027FF0-BCE9-42DE-B070-602E2B7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5219700"/>
            <a:ext cx="174498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Cloud billing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Conditional</a:t>
            </a:r>
          </a:p>
        </p:txBody>
      </p:sp>
      <p:sp>
        <p:nvSpPr>
          <p:cNvPr id="68" name="layer-b-5-block-keyline-5">
            <a:extLst xmlns:a="http://schemas.openxmlformats.org/drawingml/2006/main">
              <a:ext uri="{FF2B5EF4-FFF2-40B4-BE49-F238E27FC236}">
                <a16:creationId xmlns:a16="http://schemas.microsoft.com/office/drawing/2014/main" id="{F53C028A-EC30-4A59-A701-0832C9D1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5219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98C50A85-7D79-4688-B011-577D928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70" name="wordmark-1">
            <a:extLst xmlns:a="http://schemas.openxmlformats.org/drawingml/2006/main">
              <a:ext uri="{FF2B5EF4-FFF2-40B4-BE49-F238E27FC236}">
                <a16:creationId xmlns:a16="http://schemas.microsoft.com/office/drawing/2014/main" id="{9491789D-D024-438C-B142-838CE1C0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81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Enact</a:t>
            </a:r>
          </a:p>
        </p:txBody>
      </p:sp>
      <p:sp>
        <p:nvSpPr>
          <p:cNvPr id="72" name="classification-1">
            <a:extLst xmlns:a="http://schemas.openxmlformats.org/drawingml/2006/main">
              <a:ext uri="{FF2B5EF4-FFF2-40B4-BE49-F238E27FC236}">
                <a16:creationId xmlns:a16="http://schemas.microsoft.com/office/drawing/2014/main" id="{50761B36-EEFF-4AF7-9B63-0FA72D65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rPr>
              <a:t>Architecture baseline: Git 6cefa6f5b486</a:t>
            </a:r>
          </a:p>
        </p:txBody>
      </p:sp>
      <p:sp>
        <p:nvSpPr>
          <p:cNvPr id="73" name="page-1">
            <a:extLst xmlns:a="http://schemas.openxmlformats.org/drawingml/2006/main">
              <a:ext uri="{FF2B5EF4-FFF2-40B4-BE49-F238E27FC236}">
                <a16:creationId xmlns:a16="http://schemas.microsoft.com/office/drawing/2014/main" id="{D77CC690-FC38-44AC-91C7-8FA85E75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rPr>
              <a:t>Current state · 2026-09-02  ·  01</a:t>
            </a:r>
          </a:p>
        </p:txBody>
      </p:sp>
    </p:spTree>
    <p:extLst>
      <p:ext uri="{BB962C8B-B14F-4D97-AF65-F5344CB8AC3E}">
        <p14:creationId xmlns:p14="http://schemas.microsoft.com/office/powerpoint/2010/main" val="1341504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eyebrow-2">
            <a:extLst xmlns:a="http://schemas.openxmlformats.org/drawingml/2006/main">
              <a:ext uri="{FF2B5EF4-FFF2-40B4-BE49-F238E27FC236}">
                <a16:creationId xmlns:a16="http://schemas.microsoft.com/office/drawing/2014/main" id="{0372DE20-8260-42D6-A465-12BD7B97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6890D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26890D"/>
                </a:solidFill>
                <a:latin typeface="Open Sans"/>
                <a:ea typeface="Open Sans"/>
                <a:cs typeface="Open Sans"/>
              </a:rPr>
              <a:t>ENACT · APPLICATION ARCHITECTURE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09683D4-617A-4356-9D09-5340DBBB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3000" b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rPr>
              <a:t>Enact application architecture</a:t>
            </a:r>
          </a:p>
        </p:txBody>
      </p:sp>
      <p:sp>
        <p:nvSpPr>
          <p:cNvPr id="3" name="title-keyline-2">
            <a:extLst xmlns:a="http://schemas.openxmlformats.org/drawingml/2006/main">
              <a:ext uri="{FF2B5EF4-FFF2-40B4-BE49-F238E27FC236}">
                <a16:creationId xmlns:a16="http://schemas.microsoft.com/office/drawing/2014/main" id="{EC90CB3E-633C-42D7-90C0-E98FBCB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" name="layer-bg-a-1">
            <a:extLst xmlns:a="http://schemas.openxmlformats.org/drawingml/2006/main">
              <a:ext uri="{FF2B5EF4-FFF2-40B4-BE49-F238E27FC236}">
                <a16:creationId xmlns:a16="http://schemas.microsoft.com/office/drawing/2014/main" id="{51678252-DD74-4E98-9225-5A3C16B1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5" name="layer-label-a-1">
            <a:extLst xmlns:a="http://schemas.openxmlformats.org/drawingml/2006/main">
              <a:ext uri="{FF2B5EF4-FFF2-40B4-BE49-F238E27FC236}">
                <a16:creationId xmlns:a16="http://schemas.microsoft.com/office/drawing/2014/main" id="{A58FA269-05DE-4CC7-8FCF-C42CD37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C2C2C"/>
          </a:solidFill>
          <a:ln xmlns:a="http://schemas.openxmlformats.org/drawingml/2006/main" w="0">
            <a:solidFill>
              <a:srgbClr val="2C2C2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Channels &amp; experience</a:t>
            </a:r>
          </a:p>
        </p:txBody>
      </p:sp>
      <p:sp>
        <p:nvSpPr>
          <p:cNvPr id="6" name="layer-accent-a-1">
            <a:extLst xmlns:a="http://schemas.openxmlformats.org/drawingml/2006/main">
              <a:ext uri="{FF2B5EF4-FFF2-40B4-BE49-F238E27FC236}">
                <a16:creationId xmlns:a16="http://schemas.microsoft.com/office/drawing/2014/main" id="{F1A295E5-1DC9-4B72-A0EA-1D16AC36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238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7" name="layer-a-1-block-1">
            <a:extLst xmlns:a="http://schemas.openxmlformats.org/drawingml/2006/main">
              <a:ext uri="{FF2B5EF4-FFF2-40B4-BE49-F238E27FC236}">
                <a16:creationId xmlns:a16="http://schemas.microsoft.com/office/drawing/2014/main" id="{CF54E3CF-F162-446F-B77A-16319FBE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144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Next.js Web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Shared views</a:t>
            </a:r>
          </a:p>
        </p:txBody>
      </p:sp>
      <p:sp>
        <p:nvSpPr>
          <p:cNvPr id="8" name="layer-a-1-block-keyline-1">
            <a:extLst xmlns:a="http://schemas.openxmlformats.org/drawingml/2006/main">
              <a:ext uri="{FF2B5EF4-FFF2-40B4-BE49-F238E27FC236}">
                <a16:creationId xmlns:a16="http://schemas.microsoft.com/office/drawing/2014/main" id="{0893752E-66BA-4323-9030-06B12187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144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9" name="layer-a-1-block-2">
            <a:extLst xmlns:a="http://schemas.openxmlformats.org/drawingml/2006/main">
              <a:ext uri="{FF2B5EF4-FFF2-40B4-BE49-F238E27FC236}">
                <a16:creationId xmlns:a16="http://schemas.microsoft.com/office/drawing/2014/main" id="{D3B7E42B-FE67-48EE-9284-B45B18F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3144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Electron Desktop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Native client</a:t>
            </a:r>
          </a:p>
        </p:txBody>
      </p:sp>
      <p:sp>
        <p:nvSpPr>
          <p:cNvPr id="10" name="layer-a-1-block-keyline-2">
            <a:extLst xmlns:a="http://schemas.openxmlformats.org/drawingml/2006/main">
              <a:ext uri="{FF2B5EF4-FFF2-40B4-BE49-F238E27FC236}">
                <a16:creationId xmlns:a16="http://schemas.microsoft.com/office/drawing/2014/main" id="{89DD5524-EEFF-4190-97AD-7044AF39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3144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1" name="layer-a-1-block-3">
            <a:extLst xmlns:a="http://schemas.openxmlformats.org/drawingml/2006/main">
              <a:ext uri="{FF2B5EF4-FFF2-40B4-BE49-F238E27FC236}">
                <a16:creationId xmlns:a16="http://schemas.microsoft.com/office/drawing/2014/main" id="{1885203D-E59A-4CB9-A373-3EE8D48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144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Expo Mobile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Independent UI</a:t>
            </a:r>
          </a:p>
        </p:txBody>
      </p:sp>
      <p:sp>
        <p:nvSpPr>
          <p:cNvPr id="12" name="layer-a-1-block-keyline-3">
            <a:extLst xmlns:a="http://schemas.openxmlformats.org/drawingml/2006/main">
              <a:ext uri="{FF2B5EF4-FFF2-40B4-BE49-F238E27FC236}">
                <a16:creationId xmlns:a16="http://schemas.microsoft.com/office/drawing/2014/main" id="{E1B14731-2B61-4B16-BFE1-87CFAA2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144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3" name="layer-a-1-block-4">
            <a:extLst xmlns:a="http://schemas.openxmlformats.org/drawingml/2006/main">
              <a:ext uri="{FF2B5EF4-FFF2-40B4-BE49-F238E27FC236}">
                <a16:creationId xmlns:a16="http://schemas.microsoft.com/office/drawing/2014/main" id="{1746B2FC-3DDD-408F-84E4-7448D1D2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3144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Go CLI · API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Webhooks</a:t>
            </a:r>
          </a:p>
        </p:txBody>
      </p:sp>
      <p:sp>
        <p:nvSpPr>
          <p:cNvPr id="14" name="layer-a-1-block-keyline-4">
            <a:extLst xmlns:a="http://schemas.openxmlformats.org/drawingml/2006/main">
              <a:ext uri="{FF2B5EF4-FFF2-40B4-BE49-F238E27FC236}">
                <a16:creationId xmlns:a16="http://schemas.microsoft.com/office/drawing/2014/main" id="{F461855E-0E7E-4D13-8E1F-D1726159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3144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5" name="layer-bg-a-2">
            <a:extLst xmlns:a="http://schemas.openxmlformats.org/drawingml/2006/main">
              <a:ext uri="{FF2B5EF4-FFF2-40B4-BE49-F238E27FC236}">
                <a16:creationId xmlns:a16="http://schemas.microsoft.com/office/drawing/2014/main" id="{4B5A5D8B-0B9E-44FF-81E2-9D7FAE06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16" name="layer-label-a-2">
            <a:extLst xmlns:a="http://schemas.openxmlformats.org/drawingml/2006/main">
              <a:ext uri="{FF2B5EF4-FFF2-40B4-BE49-F238E27FC236}">
                <a16:creationId xmlns:a16="http://schemas.microsoft.com/office/drawing/2014/main" id="{4135AAF0-8788-419E-BF9C-EF01AB14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6890D"/>
          </a:solidFill>
          <a:ln xmlns:a="http://schemas.openxmlformats.org/drawingml/2006/main" w="0">
            <a:solidFill>
              <a:srgbClr val="26890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Product applications</a:t>
            </a:r>
          </a:p>
        </p:txBody>
      </p:sp>
      <p:sp>
        <p:nvSpPr>
          <p:cNvPr id="17" name="layer-accent-a-2">
            <a:extLst xmlns:a="http://schemas.openxmlformats.org/drawingml/2006/main">
              <a:ext uri="{FF2B5EF4-FFF2-40B4-BE49-F238E27FC236}">
                <a16:creationId xmlns:a16="http://schemas.microsoft.com/office/drawing/2014/main" id="{2F89F9EA-5F42-4BBC-9766-72DBC8C1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4787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18" name="layer-a-2-block-1">
            <a:extLst xmlns:a="http://schemas.openxmlformats.org/drawingml/2006/main">
              <a:ext uri="{FF2B5EF4-FFF2-40B4-BE49-F238E27FC236}">
                <a16:creationId xmlns:a16="http://schemas.microsoft.com/office/drawing/2014/main" id="{30D24541-0AA3-4640-BD84-F4846310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Workspace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Access &amp; members</a:t>
            </a:r>
          </a:p>
        </p:txBody>
      </p:sp>
      <p:sp>
        <p:nvSpPr>
          <p:cNvPr id="19" name="layer-a-2-block-keyline-1">
            <a:extLst xmlns:a="http://schemas.openxmlformats.org/drawingml/2006/main">
              <a:ext uri="{FF2B5EF4-FFF2-40B4-BE49-F238E27FC236}">
                <a16:creationId xmlns:a16="http://schemas.microsoft.com/office/drawing/2014/main" id="{60A40892-226F-4205-BB55-B26071DC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0" name="layer-a-2-block-2">
            <a:extLst xmlns:a="http://schemas.openxmlformats.org/drawingml/2006/main">
              <a:ext uri="{FF2B5EF4-FFF2-40B4-BE49-F238E27FC236}">
                <a16:creationId xmlns:a16="http://schemas.microsoft.com/office/drawing/2014/main" id="{F4BF4B04-96A7-4DEA-BC1B-AFE1EA1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24075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Issues &amp; projects</a:t>
            </a:r>
          </a:p>
        </p:txBody>
      </p:sp>
      <p:sp>
        <p:nvSpPr>
          <p:cNvPr id="21" name="layer-a-2-block-keyline-2">
            <a:extLst xmlns:a="http://schemas.openxmlformats.org/drawingml/2006/main">
              <a:ext uri="{FF2B5EF4-FFF2-40B4-BE49-F238E27FC236}">
                <a16:creationId xmlns:a16="http://schemas.microsoft.com/office/drawing/2014/main" id="{6A581EC8-EBCA-4F4B-AC4C-3F074CC2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24075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2" name="layer-a-2-block-3">
            <a:extLst xmlns:a="http://schemas.openxmlformats.org/drawingml/2006/main">
              <a:ext uri="{FF2B5EF4-FFF2-40B4-BE49-F238E27FC236}">
                <a16:creationId xmlns:a16="http://schemas.microsoft.com/office/drawing/2014/main" id="{BB7D75DC-FDE3-4187-BA00-1FCB7A30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24075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Agents &amp; skills</a:t>
            </a:r>
          </a:p>
        </p:txBody>
      </p:sp>
      <p:sp>
        <p:nvSpPr>
          <p:cNvPr id="23" name="layer-a-2-block-keyline-3">
            <a:extLst xmlns:a="http://schemas.openxmlformats.org/drawingml/2006/main">
              <a:ext uri="{FF2B5EF4-FFF2-40B4-BE49-F238E27FC236}">
                <a16:creationId xmlns:a16="http://schemas.microsoft.com/office/drawing/2014/main" id="{97BF61C0-87E1-47F3-AD8F-159C9C1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24075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4" name="layer-a-2-block-4">
            <a:extLst xmlns:a="http://schemas.openxmlformats.org/drawingml/2006/main">
              <a:ext uri="{FF2B5EF4-FFF2-40B4-BE49-F238E27FC236}">
                <a16:creationId xmlns:a16="http://schemas.microsoft.com/office/drawing/2014/main" id="{1288FB3F-B9F0-43A5-8E98-C5D71E39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24075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Execution &amp; review</a:t>
            </a:r>
          </a:p>
        </p:txBody>
      </p:sp>
      <p:sp>
        <p:nvSpPr>
          <p:cNvPr id="25" name="layer-a-2-block-keyline-4">
            <a:extLst xmlns:a="http://schemas.openxmlformats.org/drawingml/2006/main">
              <a:ext uri="{FF2B5EF4-FFF2-40B4-BE49-F238E27FC236}">
                <a16:creationId xmlns:a16="http://schemas.microsoft.com/office/drawing/2014/main" id="{DD13C97B-CDF1-4CB7-A793-1F57CC8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24075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6" name="layer-a-2-block-5">
            <a:extLst xmlns:a="http://schemas.openxmlformats.org/drawingml/2006/main">
              <a:ext uri="{FF2B5EF4-FFF2-40B4-BE49-F238E27FC236}">
                <a16:creationId xmlns:a16="http://schemas.microsoft.com/office/drawing/2014/main" id="{B222577A-6894-4A5E-96F8-617BBE6C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24075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Chat &amp; inbox</a:t>
            </a:r>
          </a:p>
        </p:txBody>
      </p:sp>
      <p:sp>
        <p:nvSpPr>
          <p:cNvPr id="27" name="layer-a-2-block-keyline-5">
            <a:extLst xmlns:a="http://schemas.openxmlformats.org/drawingml/2006/main">
              <a:ext uri="{FF2B5EF4-FFF2-40B4-BE49-F238E27FC236}">
                <a16:creationId xmlns:a16="http://schemas.microsoft.com/office/drawing/2014/main" id="{93258339-F9C1-4BC7-8343-6124B19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24075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8" name="layer-a-2-block-6">
            <a:extLst xmlns:a="http://schemas.openxmlformats.org/drawingml/2006/main">
              <a:ext uri="{FF2B5EF4-FFF2-40B4-BE49-F238E27FC236}">
                <a16:creationId xmlns:a16="http://schemas.microsoft.com/office/drawing/2014/main" id="{30FD9CA6-C5BC-4E0C-8700-EB882561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24075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Automation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Integrations</a:t>
            </a:r>
          </a:p>
        </p:txBody>
      </p:sp>
      <p:sp>
        <p:nvSpPr>
          <p:cNvPr id="29" name="layer-a-2-block-keyline-6">
            <a:extLst xmlns:a="http://schemas.openxmlformats.org/drawingml/2006/main">
              <a:ext uri="{FF2B5EF4-FFF2-40B4-BE49-F238E27FC236}">
                <a16:creationId xmlns:a16="http://schemas.microsoft.com/office/drawing/2014/main" id="{460D164A-F030-4156-88E7-69BB32BC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24075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30" name="layer-bg-a-3">
            <a:extLst xmlns:a="http://schemas.openxmlformats.org/drawingml/2006/main">
              <a:ext uri="{FF2B5EF4-FFF2-40B4-BE49-F238E27FC236}">
                <a16:creationId xmlns:a16="http://schemas.microsoft.com/office/drawing/2014/main" id="{3891BB62-8634-4112-93FA-6A8BB98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31" name="layer-label-a-3">
            <a:extLst xmlns:a="http://schemas.openxmlformats.org/drawingml/2006/main">
              <a:ext uri="{FF2B5EF4-FFF2-40B4-BE49-F238E27FC236}">
                <a16:creationId xmlns:a16="http://schemas.microsoft.com/office/drawing/2014/main" id="{80A1F296-1754-454F-86D0-09B83A28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46A38"/>
          </a:solidFill>
          <a:ln xmlns:a="http://schemas.openxmlformats.org/drawingml/2006/main" w="0">
            <a:solidFill>
              <a:srgbClr val="046A38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Domain application services</a:t>
            </a:r>
          </a:p>
        </p:txBody>
      </p:sp>
      <p:sp>
        <p:nvSpPr>
          <p:cNvPr id="32" name="layer-accent-a-3">
            <a:extLst xmlns:a="http://schemas.openxmlformats.org/drawingml/2006/main">
              <a:ext uri="{FF2B5EF4-FFF2-40B4-BE49-F238E27FC236}">
                <a16:creationId xmlns:a16="http://schemas.microsoft.com/office/drawing/2014/main" id="{DB01991E-D703-434F-B8B6-1668156E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575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3" name="layer-a-3-block-1">
            <a:extLst xmlns:a="http://schemas.openxmlformats.org/drawingml/2006/main">
              <a:ext uri="{FF2B5EF4-FFF2-40B4-BE49-F238E27FC236}">
                <a16:creationId xmlns:a16="http://schemas.microsoft.com/office/drawing/2014/main" id="{A71BC5A7-5289-4AFC-BCAF-A1803C63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Auth &amp; workspace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services</a:t>
            </a:r>
          </a:p>
        </p:txBody>
      </p:sp>
      <p:sp>
        <p:nvSpPr>
          <p:cNvPr id="34" name="layer-a-3-block-keyline-1">
            <a:extLst xmlns:a="http://schemas.openxmlformats.org/drawingml/2006/main">
              <a:ext uri="{FF2B5EF4-FFF2-40B4-BE49-F238E27FC236}">
                <a16:creationId xmlns:a16="http://schemas.microsoft.com/office/drawing/2014/main" id="{701059AA-B19F-4970-84C7-9BFCE05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5" name="layer-a-3-block-2">
            <a:extLst xmlns:a="http://schemas.openxmlformats.org/drawingml/2006/main">
              <a:ext uri="{FF2B5EF4-FFF2-40B4-BE49-F238E27FC236}">
                <a16:creationId xmlns:a16="http://schemas.microsoft.com/office/drawing/2014/main" id="{1C118603-42B7-4716-83D7-3200648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933700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Issue &amp; project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services</a:t>
            </a:r>
          </a:p>
        </p:txBody>
      </p:sp>
      <p:sp>
        <p:nvSpPr>
          <p:cNvPr id="36" name="layer-a-3-block-keyline-2">
            <a:extLst xmlns:a="http://schemas.openxmlformats.org/drawingml/2006/main">
              <a:ext uri="{FF2B5EF4-FFF2-40B4-BE49-F238E27FC236}">
                <a16:creationId xmlns:a16="http://schemas.microsoft.com/office/drawing/2014/main" id="{667C3C97-FBC6-4267-A837-336DE5D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9337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7" name="layer-a-3-block-3">
            <a:extLst xmlns:a="http://schemas.openxmlformats.org/drawingml/2006/main">
              <a:ext uri="{FF2B5EF4-FFF2-40B4-BE49-F238E27FC236}">
                <a16:creationId xmlns:a16="http://schemas.microsoft.com/office/drawing/2014/main" id="{89F7D5C0-9F5D-4C64-9A9C-CE405D2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33700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Agent &amp; runtime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services</a:t>
            </a:r>
          </a:p>
        </p:txBody>
      </p:sp>
      <p:sp>
        <p:nvSpPr>
          <p:cNvPr id="38" name="layer-a-3-block-keyline-3">
            <a:extLst xmlns:a="http://schemas.openxmlformats.org/drawingml/2006/main">
              <a:ext uri="{FF2B5EF4-FFF2-40B4-BE49-F238E27FC236}">
                <a16:creationId xmlns:a16="http://schemas.microsoft.com/office/drawing/2014/main" id="{7FDB37D0-750E-4167-9E4C-EBA4E2B9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337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9" name="layer-a-3-block-4">
            <a:extLst xmlns:a="http://schemas.openxmlformats.org/drawingml/2006/main">
              <a:ext uri="{FF2B5EF4-FFF2-40B4-BE49-F238E27FC236}">
                <a16:creationId xmlns:a16="http://schemas.microsoft.com/office/drawing/2014/main" id="{566157C5-FD6F-4A3D-87C9-ED7D5F3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33700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Trigger · queue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lifecycle</a:t>
            </a:r>
          </a:p>
        </p:txBody>
      </p:sp>
      <p:sp>
        <p:nvSpPr>
          <p:cNvPr id="40" name="layer-a-3-block-keyline-4">
            <a:extLst xmlns:a="http://schemas.openxmlformats.org/drawingml/2006/main">
              <a:ext uri="{FF2B5EF4-FFF2-40B4-BE49-F238E27FC236}">
                <a16:creationId xmlns:a16="http://schemas.microsoft.com/office/drawing/2014/main" id="{DE1FE100-51AD-4AF7-A8B2-E7987843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337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1" name="layer-a-3-block-5">
            <a:extLst xmlns:a="http://schemas.openxmlformats.org/drawingml/2006/main">
              <a:ext uri="{FF2B5EF4-FFF2-40B4-BE49-F238E27FC236}">
                <a16:creationId xmlns:a16="http://schemas.microsoft.com/office/drawing/2014/main" id="{AC52C79D-7F5F-4C65-B5A3-FA8CBC20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Realtime · inbox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notifications</a:t>
            </a:r>
          </a:p>
        </p:txBody>
      </p:sp>
      <p:sp>
        <p:nvSpPr>
          <p:cNvPr id="42" name="layer-a-3-block-keyline-5">
            <a:extLst xmlns:a="http://schemas.openxmlformats.org/drawingml/2006/main">
              <a:ext uri="{FF2B5EF4-FFF2-40B4-BE49-F238E27FC236}">
                <a16:creationId xmlns:a16="http://schemas.microsoft.com/office/drawing/2014/main" id="{82FF112E-5241-478D-AD34-36EEC22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3" name="layer-a-3-block-6">
            <a:extLst xmlns:a="http://schemas.openxmlformats.org/drawingml/2006/main">
              <a:ext uri="{FF2B5EF4-FFF2-40B4-BE49-F238E27FC236}">
                <a16:creationId xmlns:a16="http://schemas.microsoft.com/office/drawing/2014/main" id="{A67D5DD3-08FD-4B59-AC70-1713B98B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33700"/>
            <a:ext cx="1438275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Automation · VCS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plugin services</a:t>
            </a:r>
          </a:p>
        </p:txBody>
      </p:sp>
      <p:sp>
        <p:nvSpPr>
          <p:cNvPr id="44" name="layer-a-3-block-keyline-6">
            <a:extLst xmlns:a="http://schemas.openxmlformats.org/drawingml/2006/main">
              <a:ext uri="{FF2B5EF4-FFF2-40B4-BE49-F238E27FC236}">
                <a16:creationId xmlns:a16="http://schemas.microsoft.com/office/drawing/2014/main" id="{37B6A358-0742-4963-A49D-7C55072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33700"/>
            <a:ext cx="1438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5" name="layer-bg-a-4">
            <a:extLst xmlns:a="http://schemas.openxmlformats.org/drawingml/2006/main">
              <a:ext uri="{FF2B5EF4-FFF2-40B4-BE49-F238E27FC236}">
                <a16:creationId xmlns:a16="http://schemas.microsoft.com/office/drawing/2014/main" id="{1E8A711C-226D-4D93-9533-DAAA92F8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46" name="layer-label-a-4">
            <a:extLst xmlns:a="http://schemas.openxmlformats.org/drawingml/2006/main">
              <a:ext uri="{FF2B5EF4-FFF2-40B4-BE49-F238E27FC236}">
                <a16:creationId xmlns:a16="http://schemas.microsoft.com/office/drawing/2014/main" id="{5699A2BF-4FDC-4B42-BA7F-9ADE78B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Shared runtime capabilities</a:t>
            </a:r>
          </a:p>
        </p:txBody>
      </p:sp>
      <p:sp>
        <p:nvSpPr>
          <p:cNvPr id="47" name="layer-accent-a-4">
            <a:extLst xmlns:a="http://schemas.openxmlformats.org/drawingml/2006/main">
              <a:ext uri="{FF2B5EF4-FFF2-40B4-BE49-F238E27FC236}">
                <a16:creationId xmlns:a16="http://schemas.microsoft.com/office/drawing/2014/main" id="{CD79EE0A-B8F5-4E79-9ED4-8160CB9F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6712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8" name="layer-a-4-block-1">
            <a:extLst xmlns:a="http://schemas.openxmlformats.org/drawingml/2006/main">
              <a:ext uri="{FF2B5EF4-FFF2-40B4-BE49-F238E27FC236}">
                <a16:creationId xmlns:a16="http://schemas.microsoft.com/office/drawing/2014/main" id="{ECA52CDE-9DF0-41C8-A161-414BA571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43325"/>
            <a:ext cx="174498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Router · middleware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handlers</a:t>
            </a:r>
          </a:p>
        </p:txBody>
      </p:sp>
      <p:sp>
        <p:nvSpPr>
          <p:cNvPr id="49" name="layer-a-4-block-keyline-1">
            <a:extLst xmlns:a="http://schemas.openxmlformats.org/drawingml/2006/main">
              <a:ext uri="{FF2B5EF4-FFF2-40B4-BE49-F238E27FC236}">
                <a16:creationId xmlns:a16="http://schemas.microsoft.com/office/drawing/2014/main" id="{0893F094-C16F-442A-B6E1-9553BAF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433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0" name="layer-a-4-block-2">
            <a:extLst xmlns:a="http://schemas.openxmlformats.org/drawingml/2006/main">
              <a:ext uri="{FF2B5EF4-FFF2-40B4-BE49-F238E27FC236}">
                <a16:creationId xmlns:a16="http://schemas.microsoft.com/office/drawing/2014/main" id="{15B8CDA1-6796-4220-806F-8EDF5531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3743325"/>
            <a:ext cx="174498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Service layer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transactions</a:t>
            </a:r>
          </a:p>
        </p:txBody>
      </p:sp>
      <p:sp>
        <p:nvSpPr>
          <p:cNvPr id="51" name="layer-a-4-block-keyline-2">
            <a:extLst xmlns:a="http://schemas.openxmlformats.org/drawingml/2006/main">
              <a:ext uri="{FF2B5EF4-FFF2-40B4-BE49-F238E27FC236}">
                <a16:creationId xmlns:a16="http://schemas.microsoft.com/office/drawing/2014/main" id="{893756E0-DB0E-4B2A-9762-B4C1B5D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37433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2" name="layer-a-4-block-3">
            <a:extLst xmlns:a="http://schemas.openxmlformats.org/drawingml/2006/main">
              <a:ext uri="{FF2B5EF4-FFF2-40B4-BE49-F238E27FC236}">
                <a16:creationId xmlns:a16="http://schemas.microsoft.com/office/drawing/2014/main" id="{C5E8DA93-B733-46B2-BA41-4700376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3743325"/>
            <a:ext cx="174498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sqlc repositories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PostgreSQL</a:t>
            </a:r>
          </a:p>
        </p:txBody>
      </p:sp>
      <p:sp>
        <p:nvSpPr>
          <p:cNvPr id="53" name="layer-a-4-block-keyline-3">
            <a:extLst xmlns:a="http://schemas.openxmlformats.org/drawingml/2006/main">
              <a:ext uri="{FF2B5EF4-FFF2-40B4-BE49-F238E27FC236}">
                <a16:creationId xmlns:a16="http://schemas.microsoft.com/office/drawing/2014/main" id="{61B20F81-6773-4230-B9A1-0986403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37433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4" name="layer-a-4-block-4">
            <a:extLst xmlns:a="http://schemas.openxmlformats.org/drawingml/2006/main">
              <a:ext uri="{FF2B5EF4-FFF2-40B4-BE49-F238E27FC236}">
                <a16:creationId xmlns:a16="http://schemas.microsoft.com/office/drawing/2014/main" id="{0F8D1B12-B2ED-4FBE-893F-E3494E35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3743325"/>
            <a:ext cx="174498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User WS · daemon WS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event bus</a:t>
            </a:r>
          </a:p>
        </p:txBody>
      </p:sp>
      <p:sp>
        <p:nvSpPr>
          <p:cNvPr id="55" name="layer-a-4-block-keyline-4">
            <a:extLst xmlns:a="http://schemas.openxmlformats.org/drawingml/2006/main">
              <a:ext uri="{FF2B5EF4-FFF2-40B4-BE49-F238E27FC236}">
                <a16:creationId xmlns:a16="http://schemas.microsoft.com/office/drawing/2014/main" id="{8D909973-EFBE-4AE4-A208-EAF9ED12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37433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6" name="layer-a-4-block-5">
            <a:extLst xmlns:a="http://schemas.openxmlformats.org/drawingml/2006/main">
              <a:ext uri="{FF2B5EF4-FFF2-40B4-BE49-F238E27FC236}">
                <a16:creationId xmlns:a16="http://schemas.microsoft.com/office/drawing/2014/main" id="{C639015E-0D8B-42C8-BF58-3DDB0A4C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3743325"/>
            <a:ext cx="174498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Scheduler · storage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usage · plugins</a:t>
            </a:r>
          </a:p>
        </p:txBody>
      </p:sp>
      <p:sp>
        <p:nvSpPr>
          <p:cNvPr id="57" name="layer-a-4-block-keyline-5">
            <a:extLst xmlns:a="http://schemas.openxmlformats.org/drawingml/2006/main">
              <a:ext uri="{FF2B5EF4-FFF2-40B4-BE49-F238E27FC236}">
                <a16:creationId xmlns:a16="http://schemas.microsoft.com/office/drawing/2014/main" id="{68D03B76-1A7C-4EAC-96AF-CB9C3DD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37433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58" name="layer-bg-a-5">
            <a:extLst xmlns:a="http://schemas.openxmlformats.org/drawingml/2006/main">
              <a:ext uri="{FF2B5EF4-FFF2-40B4-BE49-F238E27FC236}">
                <a16:creationId xmlns:a16="http://schemas.microsoft.com/office/drawing/2014/main" id="{9208413C-C3C8-41AD-BC39-2BF84DC2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59" name="layer-label-a-5">
            <a:extLst xmlns:a="http://schemas.openxmlformats.org/drawingml/2006/main">
              <a:ext uri="{FF2B5EF4-FFF2-40B4-BE49-F238E27FC236}">
                <a16:creationId xmlns:a16="http://schemas.microsoft.com/office/drawing/2014/main" id="{991671F5-F437-4102-A44F-D7B542B8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Frontend packages</a:t>
            </a:r>
          </a:p>
        </p:txBody>
      </p:sp>
      <p:sp>
        <p:nvSpPr>
          <p:cNvPr id="60" name="layer-accent-a-5">
            <a:extLst xmlns:a="http://schemas.openxmlformats.org/drawingml/2006/main">
              <a:ext uri="{FF2B5EF4-FFF2-40B4-BE49-F238E27FC236}">
                <a16:creationId xmlns:a16="http://schemas.microsoft.com/office/drawing/2014/main" id="{CDE1D802-9746-4F86-94DB-69486A0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767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1" name="layer-a-5-block-1">
            <a:extLst xmlns:a="http://schemas.openxmlformats.org/drawingml/2006/main">
              <a:ext uri="{FF2B5EF4-FFF2-40B4-BE49-F238E27FC236}">
                <a16:creationId xmlns:a16="http://schemas.microsoft.com/office/drawing/2014/main" id="{29049AC8-B983-4B07-9746-E4BCEDC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packages/core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Query · API · state</a:t>
            </a:r>
          </a:p>
        </p:txBody>
      </p:sp>
      <p:sp>
        <p:nvSpPr>
          <p:cNvPr id="62" name="layer-a-5-block-keyline-1">
            <a:extLst xmlns:a="http://schemas.openxmlformats.org/drawingml/2006/main">
              <a:ext uri="{FF2B5EF4-FFF2-40B4-BE49-F238E27FC236}">
                <a16:creationId xmlns:a16="http://schemas.microsoft.com/office/drawing/2014/main" id="{6D9FF386-DC1A-4C24-8190-4E772B7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3" name="layer-a-5-block-2">
            <a:extLst xmlns:a="http://schemas.openxmlformats.org/drawingml/2006/main">
              <a:ext uri="{FF2B5EF4-FFF2-40B4-BE49-F238E27FC236}">
                <a16:creationId xmlns:a16="http://schemas.microsoft.com/office/drawing/2014/main" id="{82F7EA1C-65A7-4DFC-83FC-F0D013C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45529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packages/views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Shared business UI</a:t>
            </a:r>
          </a:p>
        </p:txBody>
      </p:sp>
      <p:sp>
        <p:nvSpPr>
          <p:cNvPr id="64" name="layer-a-5-block-keyline-2">
            <a:extLst xmlns:a="http://schemas.openxmlformats.org/drawingml/2006/main">
              <a:ext uri="{FF2B5EF4-FFF2-40B4-BE49-F238E27FC236}">
                <a16:creationId xmlns:a16="http://schemas.microsoft.com/office/drawing/2014/main" id="{AEE710BA-0AA9-4B64-862F-395B8A1E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45529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5" name="layer-a-5-block-3">
            <a:extLst xmlns:a="http://schemas.openxmlformats.org/drawingml/2006/main">
              <a:ext uri="{FF2B5EF4-FFF2-40B4-BE49-F238E27FC236}">
                <a16:creationId xmlns:a16="http://schemas.microsoft.com/office/drawing/2014/main" id="{8AA54BDC-7E53-4DAB-8CF4-F1047E1D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529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packages/ui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Atomic components</a:t>
            </a:r>
          </a:p>
        </p:txBody>
      </p:sp>
      <p:sp>
        <p:nvSpPr>
          <p:cNvPr id="66" name="layer-a-5-block-keyline-3">
            <a:extLst xmlns:a="http://schemas.openxmlformats.org/drawingml/2006/main">
              <a:ext uri="{FF2B5EF4-FFF2-40B4-BE49-F238E27FC236}">
                <a16:creationId xmlns:a16="http://schemas.microsoft.com/office/drawing/2014/main" id="{1C94A634-6ACA-42A0-90C1-D5C552D4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529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7" name="layer-a-5-block-4">
            <a:extLst xmlns:a="http://schemas.openxmlformats.org/drawingml/2006/main">
              <a:ext uri="{FF2B5EF4-FFF2-40B4-BE49-F238E27FC236}">
                <a16:creationId xmlns:a16="http://schemas.microsoft.com/office/drawing/2014/main" id="{240C53E8-A545-41E8-9B7C-8672D36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4552950"/>
            <a:ext cx="2205038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Mobile app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Own UI · query · WS</a:t>
            </a:r>
          </a:p>
        </p:txBody>
      </p:sp>
      <p:sp>
        <p:nvSpPr>
          <p:cNvPr id="68" name="layer-a-5-block-keyline-4">
            <a:extLst xmlns:a="http://schemas.openxmlformats.org/drawingml/2006/main">
              <a:ext uri="{FF2B5EF4-FFF2-40B4-BE49-F238E27FC236}">
                <a16:creationId xmlns:a16="http://schemas.microsoft.com/office/drawing/2014/main" id="{6D9CEFC3-BCA4-4118-AB69-06A7B5C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45529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9" name="layer-bg-a-6">
            <a:extLst xmlns:a="http://schemas.openxmlformats.org/drawingml/2006/main">
              <a:ext uri="{FF2B5EF4-FFF2-40B4-BE49-F238E27FC236}">
                <a16:creationId xmlns:a16="http://schemas.microsoft.com/office/drawing/2014/main" id="{89D84F20-E1E2-4107-89BA-F9B66E9B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70" name="layer-label-a-6">
            <a:extLst xmlns:a="http://schemas.openxmlformats.org/drawingml/2006/main">
              <a:ext uri="{FF2B5EF4-FFF2-40B4-BE49-F238E27FC236}">
                <a16:creationId xmlns:a16="http://schemas.microsoft.com/office/drawing/2014/main" id="{C5BFE980-B4BE-4C6E-8E4D-DAF5A7A3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7335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53565A"/>
          </a:solidFill>
          <a:ln xmlns:a="http://schemas.openxmlformats.org/drawingml/2006/main" w="0">
            <a:solidFill>
              <a:srgbClr val="53565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Data &amp; external resources</a:t>
            </a:r>
          </a:p>
        </p:txBody>
      </p:sp>
      <p:sp>
        <p:nvSpPr>
          <p:cNvPr id="71" name="layer-accent-a-6">
            <a:extLst xmlns:a="http://schemas.openxmlformats.org/drawingml/2006/main">
              <a:ext uri="{FF2B5EF4-FFF2-40B4-BE49-F238E27FC236}">
                <a16:creationId xmlns:a16="http://schemas.microsoft.com/office/drawing/2014/main" id="{D59FDC84-B802-4B85-A8DC-3F79172C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28637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72" name="layer-a-6-block-1">
            <a:extLst xmlns:a="http://schemas.openxmlformats.org/drawingml/2006/main">
              <a:ext uri="{FF2B5EF4-FFF2-40B4-BE49-F238E27FC236}">
                <a16:creationId xmlns:a16="http://schemas.microsoft.com/office/drawing/2014/main" id="{B27402F2-FAF1-4991-868A-FC180BED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62575"/>
            <a:ext cx="29718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PostgreSQL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Authoritative state</a:t>
            </a:r>
          </a:p>
        </p:txBody>
      </p:sp>
      <p:sp>
        <p:nvSpPr>
          <p:cNvPr id="73" name="layer-a-6-block-keyline-1">
            <a:extLst xmlns:a="http://schemas.openxmlformats.org/drawingml/2006/main">
              <a:ext uri="{FF2B5EF4-FFF2-40B4-BE49-F238E27FC236}">
                <a16:creationId xmlns:a16="http://schemas.microsoft.com/office/drawing/2014/main" id="{CDAA55FD-D43A-403C-B250-0C426BBD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62575"/>
            <a:ext cx="297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74" name="layer-a-6-block-2">
            <a:extLst xmlns:a="http://schemas.openxmlformats.org/drawingml/2006/main">
              <a:ext uri="{FF2B5EF4-FFF2-40B4-BE49-F238E27FC236}">
                <a16:creationId xmlns:a16="http://schemas.microsoft.com/office/drawing/2014/main" id="{27F96B68-1646-4E2F-8A15-BDF5EB74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62575"/>
            <a:ext cx="29718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Redis · local/S3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Optional services</a:t>
            </a:r>
          </a:p>
        </p:txBody>
      </p:sp>
      <p:sp>
        <p:nvSpPr>
          <p:cNvPr id="75" name="layer-a-6-block-keyline-2">
            <a:extLst xmlns:a="http://schemas.openxmlformats.org/drawingml/2006/main">
              <a:ext uri="{FF2B5EF4-FFF2-40B4-BE49-F238E27FC236}">
                <a16:creationId xmlns:a16="http://schemas.microsoft.com/office/drawing/2014/main" id="{482D78B1-739F-440B-9E3F-DF18AE6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62575"/>
            <a:ext cx="297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76" name="layer-a-6-block-3">
            <a:extLst xmlns:a="http://schemas.openxmlformats.org/drawingml/2006/main">
              <a:ext uri="{FF2B5EF4-FFF2-40B4-BE49-F238E27FC236}">
                <a16:creationId xmlns:a16="http://schemas.microsoft.com/office/drawing/2014/main" id="{0710866D-631F-4873-A858-23A9D20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62575"/>
            <a:ext cx="29718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External execution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Agent CLI · VCS · channels</a:t>
            </a:r>
          </a:p>
        </p:txBody>
      </p:sp>
      <p:sp>
        <p:nvSpPr>
          <p:cNvPr id="77" name="layer-a-6-block-keyline-3">
            <a:extLst xmlns:a="http://schemas.openxmlformats.org/drawingml/2006/main">
              <a:ext uri="{FF2B5EF4-FFF2-40B4-BE49-F238E27FC236}">
                <a16:creationId xmlns:a16="http://schemas.microsoft.com/office/drawing/2014/main" id="{1BDAFB34-D412-47AE-A33B-6C3B615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62575"/>
            <a:ext cx="297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7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33AB9E2-B8A4-4F57-8771-8A4BDDDE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79" name="wordmark-2">
            <a:extLst xmlns:a="http://schemas.openxmlformats.org/drawingml/2006/main">
              <a:ext uri="{FF2B5EF4-FFF2-40B4-BE49-F238E27FC236}">
                <a16:creationId xmlns:a16="http://schemas.microsoft.com/office/drawing/2014/main" id="{93674CCF-478F-4FDF-AF7F-9532BD7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81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Enact</a:t>
            </a:r>
          </a:p>
        </p:txBody>
      </p:sp>
      <p:sp>
        <p:nvSpPr>
          <p:cNvPr id="81" name="classification-2">
            <a:extLst xmlns:a="http://schemas.openxmlformats.org/drawingml/2006/main">
              <a:ext uri="{FF2B5EF4-FFF2-40B4-BE49-F238E27FC236}">
                <a16:creationId xmlns:a16="http://schemas.microsoft.com/office/drawing/2014/main" id="{4882BCC0-244E-43FA-A6E6-95C5F68A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rPr>
              <a:t>Architecture baseline: Git 6cefa6f5b486</a:t>
            </a:r>
          </a:p>
        </p:txBody>
      </p:sp>
      <p:sp>
        <p:nvSpPr>
          <p:cNvPr id="82" name="page-2">
            <a:extLst xmlns:a="http://schemas.openxmlformats.org/drawingml/2006/main">
              <a:ext uri="{FF2B5EF4-FFF2-40B4-BE49-F238E27FC236}">
                <a16:creationId xmlns:a16="http://schemas.microsoft.com/office/drawing/2014/main" id="{64EAD6A9-CF50-4D41-A64D-CB1CF57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rPr>
              <a:t>Current state · 2026-09-02  ·  02</a:t>
            </a:r>
          </a:p>
        </p:txBody>
      </p:sp>
    </p:spTree>
    <p:extLst>
      <p:ext uri="{BB962C8B-B14F-4D97-AF65-F5344CB8AC3E}">
        <p14:creationId xmlns:p14="http://schemas.microsoft.com/office/powerpoint/2010/main" val="1553256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eyebrow-3">
            <a:extLst xmlns:a="http://schemas.openxmlformats.org/drawingml/2006/main">
              <a:ext uri="{FF2B5EF4-FFF2-40B4-BE49-F238E27FC236}">
                <a16:creationId xmlns:a16="http://schemas.microsoft.com/office/drawing/2014/main" id="{4A430C1C-8778-49B1-8800-65483FB3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6890D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26890D"/>
                </a:solidFill>
                <a:latin typeface="Open Sans"/>
                <a:ea typeface="Open Sans"/>
                <a:cs typeface="Open Sans"/>
              </a:rPr>
              <a:t>ENACT · TECHNOLOGY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65FDC9A-00DA-49B5-A69F-1FE1E9B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3000" b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rPr>
              <a:t>Enact technology architecture</a:t>
            </a:r>
          </a:p>
        </p:txBody>
      </p:sp>
      <p:sp>
        <p:nvSpPr>
          <p:cNvPr id="3" name="title-keyline-3">
            <a:extLst xmlns:a="http://schemas.openxmlformats.org/drawingml/2006/main">
              <a:ext uri="{FF2B5EF4-FFF2-40B4-BE49-F238E27FC236}">
                <a16:creationId xmlns:a16="http://schemas.microsoft.com/office/drawing/2014/main" id="{AD81DADF-9D2E-49CE-92BC-2980569E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4" name="layer-bg-t-1">
            <a:extLst xmlns:a="http://schemas.openxmlformats.org/drawingml/2006/main">
              <a:ext uri="{FF2B5EF4-FFF2-40B4-BE49-F238E27FC236}">
                <a16:creationId xmlns:a16="http://schemas.microsoft.com/office/drawing/2014/main" id="{EAC19C16-BD45-4F40-BB0E-98550123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5" name="layer-label-t-1">
            <a:extLst xmlns:a="http://schemas.openxmlformats.org/drawingml/2006/main">
              <a:ext uri="{FF2B5EF4-FFF2-40B4-BE49-F238E27FC236}">
                <a16:creationId xmlns:a16="http://schemas.microsoft.com/office/drawing/2014/main" id="{324EF4B4-AE81-42A3-B844-3320354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2C2C2C"/>
          </a:solidFill>
          <a:ln xmlns:a="http://schemas.openxmlformats.org/drawingml/2006/main" w="0">
            <a:solidFill>
              <a:srgbClr val="2C2C2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Client layer</a:t>
            </a:r>
          </a:p>
        </p:txBody>
      </p:sp>
      <p:sp>
        <p:nvSpPr>
          <p:cNvPr id="6" name="layer-accent-t-1">
            <a:extLst xmlns:a="http://schemas.openxmlformats.org/drawingml/2006/main">
              <a:ext uri="{FF2B5EF4-FFF2-40B4-BE49-F238E27FC236}">
                <a16:creationId xmlns:a16="http://schemas.microsoft.com/office/drawing/2014/main" id="{9B7B8C8F-FAAC-418F-825E-55B345F8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21920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7" name="layer-t-1-block-1">
            <a:extLst xmlns:a="http://schemas.openxmlformats.org/drawingml/2006/main">
              <a:ext uri="{FF2B5EF4-FFF2-40B4-BE49-F238E27FC236}">
                <a16:creationId xmlns:a16="http://schemas.microsoft.com/office/drawing/2014/main" id="{2F07679D-27C3-41E1-B956-6DDE6564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9540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Next.js Web</a:t>
            </a:r>
          </a:p>
        </p:txBody>
      </p:sp>
      <p:sp>
        <p:nvSpPr>
          <p:cNvPr id="8" name="layer-t-1-block-keyline-1">
            <a:extLst xmlns:a="http://schemas.openxmlformats.org/drawingml/2006/main">
              <a:ext uri="{FF2B5EF4-FFF2-40B4-BE49-F238E27FC236}">
                <a16:creationId xmlns:a16="http://schemas.microsoft.com/office/drawing/2014/main" id="{73899E54-FEF4-4551-9A95-F4196509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954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9" name="layer-t-1-block-2">
            <a:extLst xmlns:a="http://schemas.openxmlformats.org/drawingml/2006/main">
              <a:ext uri="{FF2B5EF4-FFF2-40B4-BE49-F238E27FC236}">
                <a16:creationId xmlns:a16="http://schemas.microsoft.com/office/drawing/2014/main" id="{47C529FD-8A43-4C52-8337-FBCFFE42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29540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Electron Desktop</a:t>
            </a:r>
          </a:p>
        </p:txBody>
      </p:sp>
      <p:sp>
        <p:nvSpPr>
          <p:cNvPr id="10" name="layer-t-1-block-keyline-2">
            <a:extLst xmlns:a="http://schemas.openxmlformats.org/drawingml/2006/main">
              <a:ext uri="{FF2B5EF4-FFF2-40B4-BE49-F238E27FC236}">
                <a16:creationId xmlns:a16="http://schemas.microsoft.com/office/drawing/2014/main" id="{70F28EA0-779F-4CD8-9336-FB747264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2954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1" name="layer-t-1-block-3">
            <a:extLst xmlns:a="http://schemas.openxmlformats.org/drawingml/2006/main">
              <a:ext uri="{FF2B5EF4-FFF2-40B4-BE49-F238E27FC236}">
                <a16:creationId xmlns:a16="http://schemas.microsoft.com/office/drawing/2014/main" id="{BFBED317-787E-4866-A52F-1622FA03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29540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Expo / React Native</a:t>
            </a:r>
          </a:p>
        </p:txBody>
      </p:sp>
      <p:sp>
        <p:nvSpPr>
          <p:cNvPr id="12" name="layer-t-1-block-keyline-3">
            <a:extLst xmlns:a="http://schemas.openxmlformats.org/drawingml/2006/main">
              <a:ext uri="{FF2B5EF4-FFF2-40B4-BE49-F238E27FC236}">
                <a16:creationId xmlns:a16="http://schemas.microsoft.com/office/drawing/2014/main" id="{F2A67D0C-71D3-461D-B82E-285F90F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2954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3" name="layer-t-1-block-4">
            <a:extLst xmlns:a="http://schemas.openxmlformats.org/drawingml/2006/main">
              <a:ext uri="{FF2B5EF4-FFF2-40B4-BE49-F238E27FC236}">
                <a16:creationId xmlns:a16="http://schemas.microsoft.com/office/drawing/2014/main" id="{04B8EAC3-D96F-491F-935D-AA4B1F93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29540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Go CLI</a:t>
            </a:r>
          </a:p>
        </p:txBody>
      </p:sp>
      <p:sp>
        <p:nvSpPr>
          <p:cNvPr id="14" name="layer-t-1-block-keyline-4">
            <a:extLst xmlns:a="http://schemas.openxmlformats.org/drawingml/2006/main">
              <a:ext uri="{FF2B5EF4-FFF2-40B4-BE49-F238E27FC236}">
                <a16:creationId xmlns:a16="http://schemas.microsoft.com/office/drawing/2014/main" id="{3B97E226-21D8-4A7E-BCA8-6E29052B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29540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15" name="layer-bg-t-2">
            <a:extLst xmlns:a="http://schemas.openxmlformats.org/drawingml/2006/main">
              <a:ext uri="{FF2B5EF4-FFF2-40B4-BE49-F238E27FC236}">
                <a16:creationId xmlns:a16="http://schemas.microsoft.com/office/drawing/2014/main" id="{C90BA7C4-259F-4596-B20F-1C850590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16" name="layer-label-t-2">
            <a:extLst xmlns:a="http://schemas.openxmlformats.org/drawingml/2006/main">
              <a:ext uri="{FF2B5EF4-FFF2-40B4-BE49-F238E27FC236}">
                <a16:creationId xmlns:a16="http://schemas.microsoft.com/office/drawing/2014/main" id="{3ECE39C3-23EE-48DF-B624-7ADE5F5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26890D"/>
          </a:solidFill>
          <a:ln xmlns:a="http://schemas.openxmlformats.org/drawingml/2006/main" w="0">
            <a:solidFill>
              <a:srgbClr val="26890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Access &amp; security</a:t>
            </a:r>
          </a:p>
        </p:txBody>
      </p:sp>
      <p:sp>
        <p:nvSpPr>
          <p:cNvPr id="17" name="layer-accent-t-2">
            <a:extLst xmlns:a="http://schemas.openxmlformats.org/drawingml/2006/main">
              <a:ext uri="{FF2B5EF4-FFF2-40B4-BE49-F238E27FC236}">
                <a16:creationId xmlns:a16="http://schemas.microsoft.com/office/drawing/2014/main" id="{D4DE1B74-B063-45D3-846C-FB626B11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145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18" name="layer-t-2-block-1">
            <a:extLst xmlns:a="http://schemas.openxmlformats.org/drawingml/2006/main">
              <a:ext uri="{FF2B5EF4-FFF2-40B4-BE49-F238E27FC236}">
                <a16:creationId xmlns:a16="http://schemas.microsoft.com/office/drawing/2014/main" id="{48560D12-9E52-421D-8061-D2375103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9072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HTTP · JWT · PAT</a:t>
            </a:r>
          </a:p>
        </p:txBody>
      </p:sp>
      <p:sp>
        <p:nvSpPr>
          <p:cNvPr id="19" name="layer-t-2-block-keyline-1">
            <a:extLst xmlns:a="http://schemas.openxmlformats.org/drawingml/2006/main">
              <a:ext uri="{FF2B5EF4-FFF2-40B4-BE49-F238E27FC236}">
                <a16:creationId xmlns:a16="http://schemas.microsoft.com/office/drawing/2014/main" id="{9652ED2F-4597-48BB-A645-F9A282D8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9072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0" name="layer-t-2-block-2">
            <a:extLst xmlns:a="http://schemas.openxmlformats.org/drawingml/2006/main">
              <a:ext uri="{FF2B5EF4-FFF2-40B4-BE49-F238E27FC236}">
                <a16:creationId xmlns:a16="http://schemas.microsoft.com/office/drawing/2014/main" id="{79F16275-19A4-4B0A-9795-98E59482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99072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Workspace RBAC</a:t>
            </a:r>
          </a:p>
        </p:txBody>
      </p:sp>
      <p:sp>
        <p:nvSpPr>
          <p:cNvPr id="21" name="layer-t-2-block-keyline-2">
            <a:extLst xmlns:a="http://schemas.openxmlformats.org/drawingml/2006/main">
              <a:ext uri="{FF2B5EF4-FFF2-40B4-BE49-F238E27FC236}">
                <a16:creationId xmlns:a16="http://schemas.microsoft.com/office/drawing/2014/main" id="{027CFDE3-B2F2-4F61-9E37-A1EB95D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199072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2" name="layer-t-2-block-3">
            <a:extLst xmlns:a="http://schemas.openxmlformats.org/drawingml/2006/main">
              <a:ext uri="{FF2B5EF4-FFF2-40B4-BE49-F238E27FC236}">
                <a16:creationId xmlns:a16="http://schemas.microsoft.com/office/drawing/2014/main" id="{1BBDEF30-638C-4569-936F-F0DF8577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9072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Task-scoped token</a:t>
            </a:r>
          </a:p>
        </p:txBody>
      </p:sp>
      <p:sp>
        <p:nvSpPr>
          <p:cNvPr id="23" name="layer-t-2-block-keyline-3">
            <a:extLst xmlns:a="http://schemas.openxmlformats.org/drawingml/2006/main">
              <a:ext uri="{FF2B5EF4-FFF2-40B4-BE49-F238E27FC236}">
                <a16:creationId xmlns:a16="http://schemas.microsoft.com/office/drawing/2014/main" id="{6CCD6FB9-16DB-4287-8800-A2B73166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9072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4" name="layer-t-2-block-4">
            <a:extLst xmlns:a="http://schemas.openxmlformats.org/drawingml/2006/main">
              <a:ext uri="{FF2B5EF4-FFF2-40B4-BE49-F238E27FC236}">
                <a16:creationId xmlns:a16="http://schemas.microsoft.com/office/drawing/2014/main" id="{1E1F2290-1A7E-4A5C-954C-7537F33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99072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Secretbox encryption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OS user boundary</a:t>
            </a:r>
          </a:p>
        </p:txBody>
      </p:sp>
      <p:sp>
        <p:nvSpPr>
          <p:cNvPr id="25" name="layer-t-2-block-keyline-4">
            <a:extLst xmlns:a="http://schemas.openxmlformats.org/drawingml/2006/main">
              <a:ext uri="{FF2B5EF4-FFF2-40B4-BE49-F238E27FC236}">
                <a16:creationId xmlns:a16="http://schemas.microsoft.com/office/drawing/2014/main" id="{77F2BDAB-09E2-48EC-806B-3F2DF82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99072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02A"/>
          </a:solidFill>
          <a:ln xmlns:a="http://schemas.openxmlformats.org/drawingml/2006/main" w="0">
            <a:solidFill>
              <a:srgbClr val="43B02A"/>
            </a:solidFill>
            <a:prstDash val="solid"/>
          </a:ln>
        </p:spPr>
      </p:sp>
      <p:sp>
        <p:nvSpPr>
          <p:cNvPr id="26" name="layer-bg-t-3">
            <a:extLst xmlns:a="http://schemas.openxmlformats.org/drawingml/2006/main">
              <a:ext uri="{FF2B5EF4-FFF2-40B4-BE49-F238E27FC236}">
                <a16:creationId xmlns:a16="http://schemas.microsoft.com/office/drawing/2014/main" id="{768EC90D-7153-4A23-B071-24EE53D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27" name="layer-label-t-3">
            <a:extLst xmlns:a="http://schemas.openxmlformats.org/drawingml/2006/main">
              <a:ext uri="{FF2B5EF4-FFF2-40B4-BE49-F238E27FC236}">
                <a16:creationId xmlns:a16="http://schemas.microsoft.com/office/drawing/2014/main" id="{CD8C18C1-EC25-480C-AB0F-6DA19DF6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46A38"/>
          </a:solidFill>
          <a:ln xmlns:a="http://schemas.openxmlformats.org/drawingml/2006/main" w="0">
            <a:solidFill>
              <a:srgbClr val="046A38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Frontend &amp; protocols</a:t>
            </a:r>
          </a:p>
        </p:txBody>
      </p:sp>
      <p:sp>
        <p:nvSpPr>
          <p:cNvPr id="28" name="layer-accent-t-3">
            <a:extLst xmlns:a="http://schemas.openxmlformats.org/drawingml/2006/main">
              <a:ext uri="{FF2B5EF4-FFF2-40B4-BE49-F238E27FC236}">
                <a16:creationId xmlns:a16="http://schemas.microsoft.com/office/drawing/2014/main" id="{49E6AC1C-CC69-402E-9A1D-3B7F8F69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0985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29" name="layer-t-3-block-1">
            <a:extLst xmlns:a="http://schemas.openxmlformats.org/drawingml/2006/main">
              <a:ext uri="{FF2B5EF4-FFF2-40B4-BE49-F238E27FC236}">
                <a16:creationId xmlns:a16="http://schemas.microsoft.com/office/drawing/2014/main" id="{C59B514C-6C15-453A-89F2-4AC38C7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TypeScript · React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Next.js App Router</a:t>
            </a:r>
          </a:p>
        </p:txBody>
      </p:sp>
      <p:sp>
        <p:nvSpPr>
          <p:cNvPr id="30" name="layer-t-3-block-keyline-1">
            <a:extLst xmlns:a="http://schemas.openxmlformats.org/drawingml/2006/main">
              <a:ext uri="{FF2B5EF4-FFF2-40B4-BE49-F238E27FC236}">
                <a16:creationId xmlns:a16="http://schemas.microsoft.com/office/drawing/2014/main" id="{E3D99AC4-6532-4549-BFDA-80C8F41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1" name="layer-t-3-block-2">
            <a:extLst xmlns:a="http://schemas.openxmlformats.org/drawingml/2006/main">
              <a:ext uri="{FF2B5EF4-FFF2-40B4-BE49-F238E27FC236}">
                <a16:creationId xmlns:a16="http://schemas.microsoft.com/office/drawing/2014/main" id="{65C34C3B-81EE-46F3-9F71-16C1C10D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6860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TanStack Query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Zustand</a:t>
            </a:r>
          </a:p>
        </p:txBody>
      </p:sp>
      <p:sp>
        <p:nvSpPr>
          <p:cNvPr id="32" name="layer-t-3-block-keyline-2">
            <a:extLst xmlns:a="http://schemas.openxmlformats.org/drawingml/2006/main">
              <a:ext uri="{FF2B5EF4-FFF2-40B4-BE49-F238E27FC236}">
                <a16:creationId xmlns:a16="http://schemas.microsoft.com/office/drawing/2014/main" id="{83F8A639-93A9-406D-A304-E6D0FE6C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6860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3" name="layer-t-3-block-3">
            <a:extLst xmlns:a="http://schemas.openxmlformats.org/drawingml/2006/main">
              <a:ext uri="{FF2B5EF4-FFF2-40B4-BE49-F238E27FC236}">
                <a16:creationId xmlns:a16="http://schemas.microsoft.com/office/drawing/2014/main" id="{37B5C4AA-389A-4F27-A781-40B1463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860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WebSocket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User · daemon</a:t>
            </a:r>
          </a:p>
        </p:txBody>
      </p:sp>
      <p:sp>
        <p:nvSpPr>
          <p:cNvPr id="34" name="layer-t-3-block-keyline-3">
            <a:extLst xmlns:a="http://schemas.openxmlformats.org/drawingml/2006/main">
              <a:ext uri="{FF2B5EF4-FFF2-40B4-BE49-F238E27FC236}">
                <a16:creationId xmlns:a16="http://schemas.microsoft.com/office/drawing/2014/main" id="{201DCC0C-3E94-4068-AD03-DB9D241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860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5" name="layer-t-3-block-4">
            <a:extLst xmlns:a="http://schemas.openxmlformats.org/drawingml/2006/main">
              <a:ext uri="{FF2B5EF4-FFF2-40B4-BE49-F238E27FC236}">
                <a16:creationId xmlns:a16="http://schemas.microsoft.com/office/drawing/2014/main" id="{C6430CF0-F2D9-47F0-BC03-D25C2F78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6860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9E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REST · Webhook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MCP · VCS APIs</a:t>
            </a:r>
          </a:p>
        </p:txBody>
      </p:sp>
      <p:sp>
        <p:nvSpPr>
          <p:cNvPr id="36" name="layer-t-3-block-keyline-4">
            <a:extLst xmlns:a="http://schemas.openxmlformats.org/drawingml/2006/main">
              <a:ext uri="{FF2B5EF4-FFF2-40B4-BE49-F238E27FC236}">
                <a16:creationId xmlns:a16="http://schemas.microsoft.com/office/drawing/2014/main" id="{D6250403-ECF2-4F69-B6A1-47E9717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6860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37" name="layer-bg-t-4">
            <a:extLst xmlns:a="http://schemas.openxmlformats.org/drawingml/2006/main">
              <a:ext uri="{FF2B5EF4-FFF2-40B4-BE49-F238E27FC236}">
                <a16:creationId xmlns:a16="http://schemas.microsoft.com/office/drawing/2014/main" id="{15ACF5B6-8650-47E9-ACCE-08CB9C04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38" name="layer-label-t-4">
            <a:extLst xmlns:a="http://schemas.openxmlformats.org/drawingml/2006/main">
              <a:ext uri="{FF2B5EF4-FFF2-40B4-BE49-F238E27FC236}">
                <a16:creationId xmlns:a16="http://schemas.microsoft.com/office/drawing/2014/main" id="{FDD61866-338B-41FC-B8D7-B4251F7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Application runtime</a:t>
            </a:r>
          </a:p>
        </p:txBody>
      </p:sp>
      <p:sp>
        <p:nvSpPr>
          <p:cNvPr id="39" name="layer-accent-t-4">
            <a:extLst xmlns:a="http://schemas.openxmlformats.org/drawingml/2006/main">
              <a:ext uri="{FF2B5EF4-FFF2-40B4-BE49-F238E27FC236}">
                <a16:creationId xmlns:a16="http://schemas.microsoft.com/office/drawing/2014/main" id="{1BA635BB-52F4-4307-AC70-66BD5B8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0517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0" name="layer-t-4-block-1">
            <a:extLst xmlns:a="http://schemas.openxmlformats.org/drawingml/2006/main">
              <a:ext uri="{FF2B5EF4-FFF2-40B4-BE49-F238E27FC236}">
                <a16:creationId xmlns:a16="http://schemas.microsoft.com/office/drawing/2014/main" id="{F5D4BB13-6DA5-419F-A682-46F3F14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Go modular monolith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Chi router</a:t>
            </a:r>
          </a:p>
        </p:txBody>
      </p:sp>
      <p:sp>
        <p:nvSpPr>
          <p:cNvPr id="41" name="layer-t-4-block-keyline-1">
            <a:extLst xmlns:a="http://schemas.openxmlformats.org/drawingml/2006/main">
              <a:ext uri="{FF2B5EF4-FFF2-40B4-BE49-F238E27FC236}">
                <a16:creationId xmlns:a16="http://schemas.microsoft.com/office/drawing/2014/main" id="{977F67D8-78BA-4317-BF01-BCE2607A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2" name="layer-t-4-block-2">
            <a:extLst xmlns:a="http://schemas.openxmlformats.org/drawingml/2006/main">
              <a:ext uri="{FF2B5EF4-FFF2-40B4-BE49-F238E27FC236}">
                <a16:creationId xmlns:a16="http://schemas.microsoft.com/office/drawing/2014/main" id="{45AC8453-A1DD-4456-8CA0-9F5FF16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338137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Handler · service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sqlc</a:t>
            </a:r>
          </a:p>
        </p:txBody>
      </p:sp>
      <p:sp>
        <p:nvSpPr>
          <p:cNvPr id="43" name="layer-t-4-block-keyline-2">
            <a:extLst xmlns:a="http://schemas.openxmlformats.org/drawingml/2006/main">
              <a:ext uri="{FF2B5EF4-FFF2-40B4-BE49-F238E27FC236}">
                <a16:creationId xmlns:a16="http://schemas.microsoft.com/office/drawing/2014/main" id="{656F8239-A845-4431-A419-D0A6C31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338137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4" name="layer-t-4-block-3">
            <a:extLst xmlns:a="http://schemas.openxmlformats.org/drawingml/2006/main">
              <a:ext uri="{FF2B5EF4-FFF2-40B4-BE49-F238E27FC236}">
                <a16:creationId xmlns:a16="http://schemas.microsoft.com/office/drawing/2014/main" id="{9628B22A-C950-49F6-8B6E-C0807A41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8137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Scheduler · event bus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Realtime</a:t>
            </a:r>
          </a:p>
        </p:txBody>
      </p:sp>
      <p:sp>
        <p:nvSpPr>
          <p:cNvPr id="45" name="layer-t-4-block-keyline-3">
            <a:extLst xmlns:a="http://schemas.openxmlformats.org/drawingml/2006/main">
              <a:ext uri="{FF2B5EF4-FFF2-40B4-BE49-F238E27FC236}">
                <a16:creationId xmlns:a16="http://schemas.microsoft.com/office/drawing/2014/main" id="{04F44C76-7F1B-4D36-9FEF-B7D22E1D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8137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6" name="layer-t-4-block-4">
            <a:extLst xmlns:a="http://schemas.openxmlformats.org/drawingml/2006/main">
              <a:ext uri="{FF2B5EF4-FFF2-40B4-BE49-F238E27FC236}">
                <a16:creationId xmlns:a16="http://schemas.microsoft.com/office/drawing/2014/main" id="{E9E4986B-0470-4A61-871F-A7A6F35A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381375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F7F7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Daemon adapters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External Agent CLI</a:t>
            </a:r>
          </a:p>
        </p:txBody>
      </p:sp>
      <p:sp>
        <p:nvSpPr>
          <p:cNvPr id="47" name="layer-t-4-block-keyline-4">
            <a:extLst xmlns:a="http://schemas.openxmlformats.org/drawingml/2006/main">
              <a:ext uri="{FF2B5EF4-FFF2-40B4-BE49-F238E27FC236}">
                <a16:creationId xmlns:a16="http://schemas.microsoft.com/office/drawing/2014/main" id="{6D97C9E6-B898-457E-901C-D050E2C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381375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390"/>
          </a:solidFill>
          <a:ln xmlns:a="http://schemas.openxmlformats.org/drawingml/2006/main" w="0">
            <a:solidFill>
              <a:srgbClr val="0D8390"/>
            </a:solidFill>
            <a:prstDash val="solid"/>
          </a:ln>
        </p:spPr>
      </p:sp>
      <p:sp>
        <p:nvSpPr>
          <p:cNvPr id="48" name="layer-bg-t-5">
            <a:extLst xmlns:a="http://schemas.openxmlformats.org/drawingml/2006/main">
              <a:ext uri="{FF2B5EF4-FFF2-40B4-BE49-F238E27FC236}">
                <a16:creationId xmlns:a16="http://schemas.microsoft.com/office/drawing/2014/main" id="{BD1D432F-9723-4AD5-A26D-4E45AAA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49" name="layer-label-t-5">
            <a:extLst xmlns:a="http://schemas.openxmlformats.org/drawingml/2006/main">
              <a:ext uri="{FF2B5EF4-FFF2-40B4-BE49-F238E27FC236}">
                <a16:creationId xmlns:a16="http://schemas.microsoft.com/office/drawing/2014/main" id="{BCD7B7A8-9300-449F-8A12-1E9EA3BE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Data &amp; platform services</a:t>
            </a:r>
          </a:p>
        </p:txBody>
      </p:sp>
      <p:sp>
        <p:nvSpPr>
          <p:cNvPr id="50" name="layer-accent-t-5">
            <a:extLst xmlns:a="http://schemas.openxmlformats.org/drawingml/2006/main">
              <a:ext uri="{FF2B5EF4-FFF2-40B4-BE49-F238E27FC236}">
                <a16:creationId xmlns:a16="http://schemas.microsoft.com/office/drawing/2014/main" id="{78E5264B-4356-4B4B-95F9-470BCAFD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0050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51" name="layer-t-5-block-1">
            <a:extLst xmlns:a="http://schemas.openxmlformats.org/drawingml/2006/main">
              <a:ext uri="{FF2B5EF4-FFF2-40B4-BE49-F238E27FC236}">
                <a16:creationId xmlns:a16="http://schemas.microsoft.com/office/drawing/2014/main" id="{1785D751-5136-4E6D-BCA7-1F159DF3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PostgreSQL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pgvector</a:t>
            </a:r>
          </a:p>
        </p:txBody>
      </p:sp>
      <p:sp>
        <p:nvSpPr>
          <p:cNvPr id="52" name="layer-t-5-block-keyline-1">
            <a:extLst xmlns:a="http://schemas.openxmlformats.org/drawingml/2006/main">
              <a:ext uri="{FF2B5EF4-FFF2-40B4-BE49-F238E27FC236}">
                <a16:creationId xmlns:a16="http://schemas.microsoft.com/office/drawing/2014/main" id="{E8CAC666-B3F1-4B9B-98E3-D4999DAB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53" name="layer-t-5-block-2">
            <a:extLst xmlns:a="http://schemas.openxmlformats.org/drawingml/2006/main">
              <a:ext uri="{FF2B5EF4-FFF2-40B4-BE49-F238E27FC236}">
                <a16:creationId xmlns:a16="http://schemas.microsoft.com/office/drawing/2014/main" id="{AC8CB028-0930-4FBE-93BF-9409DDC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076700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Redis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Optional</a:t>
            </a:r>
          </a:p>
        </p:txBody>
      </p:sp>
      <p:sp>
        <p:nvSpPr>
          <p:cNvPr id="54" name="layer-t-5-block-keyline-2">
            <a:extLst xmlns:a="http://schemas.openxmlformats.org/drawingml/2006/main">
              <a:ext uri="{FF2B5EF4-FFF2-40B4-BE49-F238E27FC236}">
                <a16:creationId xmlns:a16="http://schemas.microsoft.com/office/drawing/2014/main" id="{1F3280F0-C766-47F3-9F3B-01CEE58F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076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55" name="layer-t-5-block-3">
            <a:extLst xmlns:a="http://schemas.openxmlformats.org/drawingml/2006/main">
              <a:ext uri="{FF2B5EF4-FFF2-40B4-BE49-F238E27FC236}">
                <a16:creationId xmlns:a16="http://schemas.microsoft.com/office/drawing/2014/main" id="{A526579B-F921-49D7-9DE9-CF47C02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4076700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Local / S3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Attachments</a:t>
            </a:r>
          </a:p>
        </p:txBody>
      </p:sp>
      <p:sp>
        <p:nvSpPr>
          <p:cNvPr id="56" name="layer-t-5-block-keyline-3">
            <a:extLst xmlns:a="http://schemas.openxmlformats.org/drawingml/2006/main">
              <a:ext uri="{FF2B5EF4-FFF2-40B4-BE49-F238E27FC236}">
                <a16:creationId xmlns:a16="http://schemas.microsoft.com/office/drawing/2014/main" id="{8C85239C-CD16-47EC-974A-F24A6C7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4076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57" name="layer-t-5-block-4">
            <a:extLst xmlns:a="http://schemas.openxmlformats.org/drawingml/2006/main">
              <a:ext uri="{FF2B5EF4-FFF2-40B4-BE49-F238E27FC236}">
                <a16:creationId xmlns:a16="http://schemas.microsoft.com/office/drawing/2014/main" id="{D3FC6EAA-3A28-49BA-A54D-B36E754C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4076700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Task queue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Claim · timeout</a:t>
            </a:r>
          </a:p>
        </p:txBody>
      </p:sp>
      <p:sp>
        <p:nvSpPr>
          <p:cNvPr id="58" name="layer-t-5-block-keyline-4">
            <a:extLst xmlns:a="http://schemas.openxmlformats.org/drawingml/2006/main">
              <a:ext uri="{FF2B5EF4-FFF2-40B4-BE49-F238E27FC236}">
                <a16:creationId xmlns:a16="http://schemas.microsoft.com/office/drawing/2014/main" id="{90F48423-51BE-4810-8EFF-6AE294F0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4076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59" name="layer-t-5-block-5">
            <a:extLst xmlns:a="http://schemas.openxmlformats.org/drawingml/2006/main">
              <a:ext uri="{FF2B5EF4-FFF2-40B4-BE49-F238E27FC236}">
                <a16:creationId xmlns:a16="http://schemas.microsoft.com/office/drawing/2014/main" id="{192281D6-943D-46C7-ACD8-8B7CEDCC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4076700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Per-task workdir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Local files</a:t>
            </a:r>
          </a:p>
        </p:txBody>
      </p:sp>
      <p:sp>
        <p:nvSpPr>
          <p:cNvPr id="60" name="layer-t-5-block-keyline-5">
            <a:extLst xmlns:a="http://schemas.openxmlformats.org/drawingml/2006/main">
              <a:ext uri="{FF2B5EF4-FFF2-40B4-BE49-F238E27FC236}">
                <a16:creationId xmlns:a16="http://schemas.microsoft.com/office/drawing/2014/main" id="{945899DE-ECA6-4984-BF51-723ABEB9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4076700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B0"/>
          </a:solidFill>
          <a:ln xmlns:a="http://schemas.openxmlformats.org/drawingml/2006/main" w="0">
            <a:solidFill>
              <a:srgbClr val="007CB0"/>
            </a:solidFill>
            <a:prstDash val="solid"/>
          </a:ln>
        </p:spPr>
      </p:sp>
      <p:sp>
        <p:nvSpPr>
          <p:cNvPr id="61" name="layer-bg-t-6">
            <a:extLst xmlns:a="http://schemas.openxmlformats.org/drawingml/2006/main">
              <a:ext uri="{FF2B5EF4-FFF2-40B4-BE49-F238E27FC236}">
                <a16:creationId xmlns:a16="http://schemas.microsoft.com/office/drawing/2014/main" id="{FE29F621-CF83-46B1-8CCE-01636A5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62" name="layer-label-t-6">
            <a:extLst xmlns:a="http://schemas.openxmlformats.org/drawingml/2006/main">
              <a:ext uri="{FF2B5EF4-FFF2-40B4-BE49-F238E27FC236}">
                <a16:creationId xmlns:a16="http://schemas.microsoft.com/office/drawing/2014/main" id="{F30C0280-A6F0-418F-B968-CED981F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2C2C2C"/>
          </a:solidFill>
          <a:ln xmlns:a="http://schemas.openxmlformats.org/drawingml/2006/main" w="0">
            <a:solidFill>
              <a:srgbClr val="2C2C2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Operations &amp; infrastructure</a:t>
            </a:r>
          </a:p>
        </p:txBody>
      </p:sp>
      <p:sp>
        <p:nvSpPr>
          <p:cNvPr id="63" name="layer-accent-t-6">
            <a:extLst xmlns:a="http://schemas.openxmlformats.org/drawingml/2006/main">
              <a:ext uri="{FF2B5EF4-FFF2-40B4-BE49-F238E27FC236}">
                <a16:creationId xmlns:a16="http://schemas.microsoft.com/office/drawing/2014/main" id="{BE9E55A3-1169-41D3-9BD5-432399C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695825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64" name="layer-t-6-block-1">
            <a:extLst xmlns:a="http://schemas.openxmlformats.org/drawingml/2006/main">
              <a:ext uri="{FF2B5EF4-FFF2-40B4-BE49-F238E27FC236}">
                <a16:creationId xmlns:a16="http://schemas.microsoft.com/office/drawing/2014/main" id="{946FFEC0-142D-431F-9C75-742BF98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72025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Docker Compose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Helm</a:t>
            </a:r>
          </a:p>
        </p:txBody>
      </p:sp>
      <p:sp>
        <p:nvSpPr>
          <p:cNvPr id="65" name="layer-t-6-block-keyline-1">
            <a:extLst xmlns:a="http://schemas.openxmlformats.org/drawingml/2006/main">
              <a:ext uri="{FF2B5EF4-FFF2-40B4-BE49-F238E27FC236}">
                <a16:creationId xmlns:a16="http://schemas.microsoft.com/office/drawing/2014/main" id="{20BD117E-BA0D-49B7-A81D-E9725FCF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720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66" name="layer-t-6-block-2">
            <a:extLst xmlns:a="http://schemas.openxmlformats.org/drawingml/2006/main">
              <a:ext uri="{FF2B5EF4-FFF2-40B4-BE49-F238E27FC236}">
                <a16:creationId xmlns:a16="http://schemas.microsoft.com/office/drawing/2014/main" id="{A99A2C14-64F9-4CCE-BD9E-A1A58BE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772025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Health checks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Prometheus</a:t>
            </a:r>
          </a:p>
        </p:txBody>
      </p:sp>
      <p:sp>
        <p:nvSpPr>
          <p:cNvPr id="67" name="layer-t-6-block-keyline-2">
            <a:extLst xmlns:a="http://schemas.openxmlformats.org/drawingml/2006/main">
              <a:ext uri="{FF2B5EF4-FFF2-40B4-BE49-F238E27FC236}">
                <a16:creationId xmlns:a16="http://schemas.microsoft.com/office/drawing/2014/main" id="{AA2F59C6-7B78-4C3E-934F-172C9648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730" y="47720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68" name="layer-t-6-block-3">
            <a:extLst xmlns:a="http://schemas.openxmlformats.org/drawingml/2006/main">
              <a:ext uri="{FF2B5EF4-FFF2-40B4-BE49-F238E27FC236}">
                <a16:creationId xmlns:a16="http://schemas.microsoft.com/office/drawing/2014/main" id="{D10C177E-1EF0-4ADD-ABE8-90A3E9AD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4772025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CI/CD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Version compatibility</a:t>
            </a:r>
          </a:p>
        </p:txBody>
      </p:sp>
      <p:sp>
        <p:nvSpPr>
          <p:cNvPr id="69" name="layer-t-6-block-keyline-3">
            <a:extLst xmlns:a="http://schemas.openxmlformats.org/drawingml/2006/main">
              <a:ext uri="{FF2B5EF4-FFF2-40B4-BE49-F238E27FC236}">
                <a16:creationId xmlns:a16="http://schemas.microsoft.com/office/drawing/2014/main" id="{D7D50EC9-1EC7-4E62-B747-528C9714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47720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70" name="layer-t-6-block-4">
            <a:extLst xmlns:a="http://schemas.openxmlformats.org/drawingml/2006/main">
              <a:ext uri="{FF2B5EF4-FFF2-40B4-BE49-F238E27FC236}">
                <a16:creationId xmlns:a16="http://schemas.microsoft.com/office/drawing/2014/main" id="{DD096DDE-943E-4B05-8734-358B7E0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4772025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Retry · idempotency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Polling fallback</a:t>
            </a:r>
          </a:p>
        </p:txBody>
      </p:sp>
      <p:sp>
        <p:nvSpPr>
          <p:cNvPr id="71" name="layer-t-6-block-keyline-4">
            <a:extLst xmlns:a="http://schemas.openxmlformats.org/drawingml/2006/main">
              <a:ext uri="{FF2B5EF4-FFF2-40B4-BE49-F238E27FC236}">
                <a16:creationId xmlns:a16="http://schemas.microsoft.com/office/drawing/2014/main" id="{BC92EB95-9192-43C6-8937-25556ABD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0" y="47720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72" name="layer-t-6-block-5">
            <a:extLst xmlns:a="http://schemas.openxmlformats.org/drawingml/2006/main">
              <a:ext uri="{FF2B5EF4-FFF2-40B4-BE49-F238E27FC236}">
                <a16:creationId xmlns:a16="http://schemas.microsoft.com/office/drawing/2014/main" id="{BAAD1452-25EF-4FB9-803F-279BF0D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4772025"/>
            <a:ext cx="174498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Local · self-hosted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Enact Cloud</a:t>
            </a:r>
          </a:p>
        </p:txBody>
      </p:sp>
      <p:sp>
        <p:nvSpPr>
          <p:cNvPr id="73" name="layer-t-6-block-keyline-5">
            <a:extLst xmlns:a="http://schemas.openxmlformats.org/drawingml/2006/main">
              <a:ext uri="{FF2B5EF4-FFF2-40B4-BE49-F238E27FC236}">
                <a16:creationId xmlns:a16="http://schemas.microsoft.com/office/drawing/2014/main" id="{631926CE-FCF6-48AA-9E93-490D654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4772025"/>
            <a:ext cx="17449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C25"/>
          </a:solidFill>
          <a:ln xmlns:a="http://schemas.openxmlformats.org/drawingml/2006/main" w="0">
            <a:solidFill>
              <a:srgbClr val="86BC25"/>
            </a:solidFill>
            <a:prstDash val="solid"/>
          </a:ln>
        </p:spPr>
      </p:sp>
      <p:sp>
        <p:nvSpPr>
          <p:cNvPr id="74" name="layer-bg-t-7">
            <a:extLst xmlns:a="http://schemas.openxmlformats.org/drawingml/2006/main">
              <a:ext uri="{FF2B5EF4-FFF2-40B4-BE49-F238E27FC236}">
                <a16:creationId xmlns:a16="http://schemas.microsoft.com/office/drawing/2014/main" id="{6FA94CF0-43E5-44BF-8303-CC3A2CD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75" name="layer-label-t-7">
            <a:extLst xmlns:a="http://schemas.openxmlformats.org/drawingml/2006/main">
              <a:ext uri="{FF2B5EF4-FFF2-40B4-BE49-F238E27FC236}">
                <a16:creationId xmlns:a16="http://schemas.microsoft.com/office/drawing/2014/main" id="{35B090D2-167C-4593-89D4-AA2A3EFA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733550" cy="5810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53565A"/>
          </a:solidFill>
          <a:ln xmlns:a="http://schemas.openxmlformats.org/drawingml/2006/main" w="0">
            <a:solidFill>
              <a:srgbClr val="53565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42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External resources</a:t>
            </a:r>
          </a:p>
        </p:txBody>
      </p:sp>
      <p:sp>
        <p:nvSpPr>
          <p:cNvPr id="76" name="layer-accent-t-7">
            <a:extLst xmlns:a="http://schemas.openxmlformats.org/drawingml/2006/main">
              <a:ext uri="{FF2B5EF4-FFF2-40B4-BE49-F238E27FC236}">
                <a16:creationId xmlns:a16="http://schemas.microsoft.com/office/drawing/2014/main" id="{D04E4062-3936-4E22-A08D-E072CAF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91150"/>
            <a:ext cx="47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77" name="layer-t-7-block-1">
            <a:extLst xmlns:a="http://schemas.openxmlformats.org/drawingml/2006/main">
              <a:ext uri="{FF2B5EF4-FFF2-40B4-BE49-F238E27FC236}">
                <a16:creationId xmlns:a16="http://schemas.microsoft.com/office/drawing/2014/main" id="{ACA2E8DC-89B7-4108-BBD2-8A1F52F8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GitHub · GitLab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Gitea · Forgejo</a:t>
            </a:r>
          </a:p>
        </p:txBody>
      </p:sp>
      <p:sp>
        <p:nvSpPr>
          <p:cNvPr id="78" name="layer-t-7-block-keyline-1">
            <a:extLst xmlns:a="http://schemas.openxmlformats.org/drawingml/2006/main">
              <a:ext uri="{FF2B5EF4-FFF2-40B4-BE49-F238E27FC236}">
                <a16:creationId xmlns:a16="http://schemas.microsoft.com/office/drawing/2014/main" id="{013BBE43-BC0E-4F7E-B371-BD29B321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79" name="layer-t-7-block-2">
            <a:extLst xmlns:a="http://schemas.openxmlformats.org/drawingml/2006/main">
              <a:ext uri="{FF2B5EF4-FFF2-40B4-BE49-F238E27FC236}">
                <a16:creationId xmlns:a16="http://schemas.microsoft.com/office/drawing/2014/main" id="{51D2E8D3-1DF4-41B5-A13F-CE1693F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54673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Slack · Feishu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DingTalk · WeCom</a:t>
            </a:r>
          </a:p>
        </p:txBody>
      </p:sp>
      <p:sp>
        <p:nvSpPr>
          <p:cNvPr id="80" name="layer-t-7-block-keyline-2">
            <a:extLst xmlns:a="http://schemas.openxmlformats.org/drawingml/2006/main">
              <a:ext uri="{FF2B5EF4-FFF2-40B4-BE49-F238E27FC236}">
                <a16:creationId xmlns:a16="http://schemas.microsoft.com/office/drawing/2014/main" id="{E4A786D0-6C65-4F4D-BAB9-5B9AF7A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54673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81" name="layer-t-7-block-3">
            <a:extLst xmlns:a="http://schemas.openxmlformats.org/drawingml/2006/main">
              <a:ext uri="{FF2B5EF4-FFF2-40B4-BE49-F238E27FC236}">
                <a16:creationId xmlns:a16="http://schemas.microsoft.com/office/drawing/2014/main" id="{A7CEF16E-1C3E-4511-973D-EE41B56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673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MCP servers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Composio</a:t>
            </a:r>
          </a:p>
        </p:txBody>
      </p:sp>
      <p:sp>
        <p:nvSpPr>
          <p:cNvPr id="82" name="layer-t-7-block-keyline-3">
            <a:extLst xmlns:a="http://schemas.openxmlformats.org/drawingml/2006/main">
              <a:ext uri="{FF2B5EF4-FFF2-40B4-BE49-F238E27FC236}">
                <a16:creationId xmlns:a16="http://schemas.microsoft.com/office/drawing/2014/main" id="{5491F599-1BDB-4E7E-B253-ACCF511E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673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83" name="layer-t-7-block-4">
            <a:extLst xmlns:a="http://schemas.openxmlformats.org/drawingml/2006/main">
              <a:ext uri="{FF2B5EF4-FFF2-40B4-BE49-F238E27FC236}">
                <a16:creationId xmlns:a16="http://schemas.microsoft.com/office/drawing/2014/main" id="{10520ACC-ECF0-484B-B276-F4D002D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5467350"/>
            <a:ext cx="2205038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CE"/>
            </a:solidFill>
            <a:prstDash val="solid"/>
          </a:ln>
        </p:spPr>
        <p:txBody>
          <a:bodyPr xmlns:a="http://schemas.openxmlformats.org/drawingml/2006/main" wrap="square" lIns="47625" tIns="666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AI provider CLIs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Cloud billing</a:t>
            </a:r>
          </a:p>
        </p:txBody>
      </p:sp>
      <p:sp>
        <p:nvSpPr>
          <p:cNvPr id="84" name="layer-t-7-block-keyline-4">
            <a:extLst xmlns:a="http://schemas.openxmlformats.org/drawingml/2006/main">
              <a:ext uri="{FF2B5EF4-FFF2-40B4-BE49-F238E27FC236}">
                <a16:creationId xmlns:a16="http://schemas.microsoft.com/office/drawing/2014/main" id="{392F8D1F-2593-467C-AD5B-A92D136D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5467350"/>
            <a:ext cx="22050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99B"/>
          </a:solidFill>
          <a:ln xmlns:a="http://schemas.openxmlformats.org/drawingml/2006/main" w="0">
            <a:solidFill>
              <a:srgbClr val="97999B"/>
            </a:solidFill>
            <a:prstDash val="solid"/>
          </a:ln>
        </p:spPr>
      </p:sp>
      <p:sp>
        <p:nvSpPr>
          <p:cNvPr id="8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E2E41C3-1209-46A2-916D-02EDF36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E"/>
            </a:solidFill>
            <a:prstDash val="solid"/>
          </a:ln>
        </p:spPr>
      </p:sp>
      <p:sp>
        <p:nvSpPr>
          <p:cNvPr id="86" name="wordmark-3">
            <a:extLst xmlns:a="http://schemas.openxmlformats.org/drawingml/2006/main">
              <a:ext uri="{FF2B5EF4-FFF2-40B4-BE49-F238E27FC236}">
                <a16:creationId xmlns:a16="http://schemas.microsoft.com/office/drawing/2014/main" id="{9F2A148D-E820-4BAA-8174-FE6EB53E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81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00000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Enact</a:t>
            </a:r>
          </a:p>
        </p:txBody>
      </p:sp>
      <p:sp>
        <p:nvSpPr>
          <p:cNvPr id="88" name="classification-3">
            <a:extLst xmlns:a="http://schemas.openxmlformats.org/drawingml/2006/main">
              <a:ext uri="{FF2B5EF4-FFF2-40B4-BE49-F238E27FC236}">
                <a16:creationId xmlns:a16="http://schemas.microsoft.com/office/drawing/2014/main" id="{05A1A6C9-01DC-4F45-91D2-A54F7C71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7700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rPr>
              <a:t>Architecture baseline: Git 6cefa6f5b486</a:t>
            </a:r>
          </a:p>
        </p:txBody>
      </p:sp>
      <p:sp>
        <p:nvSpPr>
          <p:cNvPr id="89" name="page-3">
            <a:extLst xmlns:a="http://schemas.openxmlformats.org/drawingml/2006/main">
              <a:ext uri="{FF2B5EF4-FFF2-40B4-BE49-F238E27FC236}">
                <a16:creationId xmlns:a16="http://schemas.microsoft.com/office/drawing/2014/main" id="{7D2BDB3F-0E91-4CEB-B462-46BDF9B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105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defRPr>
            </a:pPr>
            <a:r>
              <a:rPr sz="825" b="0">
                <a:solidFill>
                  <a:srgbClr val="75787B"/>
                </a:solidFill>
                <a:latin typeface="Open Sans"/>
                <a:ea typeface="Open Sans"/>
                <a:cs typeface="Open Sans"/>
              </a:rPr>
              <a:t>Current state · 2026-09-02  ·  03</a:t>
            </a:r>
          </a:p>
        </p:txBody>
      </p:sp>
    </p:spTree>
    <p:extLst>
      <p:ext uri="{BB962C8B-B14F-4D97-AF65-F5344CB8AC3E}">
        <p14:creationId xmlns:p14="http://schemas.microsoft.com/office/powerpoint/2010/main" val="378786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2026-09-02T15:02:41.5940000Z</dcterms:created>
  <dcterms:modified xsi:type="dcterms:W3CDTF">2026-09-02T15:02:41.5940000Z</dcterms:modified>
</coreProperties>
</file>